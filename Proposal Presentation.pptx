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showSpecialPlsOnTitleSld="0" strictFirstAndLastChars="0" saveSubsetFonts="1" autoCompressPictures="0">
  <p:sldMasterIdLst>
    <p:sldMasterId id="2147483666" r:id="rId1"/>
  </p:sldMasterIdLst>
  <p:notesMasterIdLst>
    <p:notesMasterId r:id="rId30"/>
  </p:notesMasterIdLst>
  <p:sldIdLst>
    <p:sldId id="256" r:id="rId2"/>
    <p:sldId id="270" r:id="rId3"/>
    <p:sldId id="286" r:id="rId4"/>
    <p:sldId id="283" r:id="rId5"/>
    <p:sldId id="284" r:id="rId6"/>
    <p:sldId id="285" r:id="rId7"/>
    <p:sldId id="289" r:id="rId8"/>
    <p:sldId id="290" r:id="rId9"/>
    <p:sldId id="291" r:id="rId10"/>
    <p:sldId id="287" r:id="rId11"/>
    <p:sldId id="275" r:id="rId12"/>
    <p:sldId id="278" r:id="rId13"/>
    <p:sldId id="279" r:id="rId14"/>
    <p:sldId id="280" r:id="rId15"/>
    <p:sldId id="293" r:id="rId16"/>
    <p:sldId id="281" r:id="rId17"/>
    <p:sldId id="282" r:id="rId18"/>
    <p:sldId id="292" r:id="rId19"/>
    <p:sldId id="276" r:id="rId20"/>
    <p:sldId id="268" r:id="rId21"/>
    <p:sldId id="273" r:id="rId22"/>
    <p:sldId id="269" r:id="rId23"/>
    <p:sldId id="294" r:id="rId24"/>
    <p:sldId id="295" r:id="rId25"/>
    <p:sldId id="299" r:id="rId26"/>
    <p:sldId id="298" r:id="rId27"/>
    <p:sldId id="296" r:id="rId28"/>
    <p:sldId id="297"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20">
          <p15:clr>
            <a:srgbClr val="A4A3A4"/>
          </p15:clr>
        </p15:guide>
        <p15:guide id="2" orient="horz" pos="2208">
          <p15:clr>
            <a:srgbClr val="A4A3A4"/>
          </p15:clr>
        </p15:guide>
        <p15:guide id="3" orient="horz" pos="888">
          <p15:clr>
            <a:srgbClr val="A4A3A4"/>
          </p15:clr>
        </p15:guide>
        <p15:guide id="4" orient="horz" pos="1080">
          <p15:clr>
            <a:srgbClr val="A4A3A4"/>
          </p15:clr>
        </p15:guide>
        <p15:guide id="5" orient="horz">
          <p15:clr>
            <a:srgbClr val="A4A3A4"/>
          </p15:clr>
        </p15:guide>
        <p15:guide id="6" pos="4128">
          <p15:clr>
            <a:srgbClr val="A4A3A4"/>
          </p15:clr>
        </p15:guide>
        <p15:guide id="7" pos="3552">
          <p15:clr>
            <a:srgbClr val="A4A3A4"/>
          </p15:clr>
        </p15:guide>
        <p15:guide id="8" orient="horz" pos="1608">
          <p15:clr>
            <a:srgbClr val="A4A3A4"/>
          </p15:clr>
        </p15:guide>
        <p15:guide id="9" orient="horz" pos="34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4674" autoAdjust="0"/>
  </p:normalViewPr>
  <p:slideViewPr>
    <p:cSldViewPr snapToGrid="0">
      <p:cViewPr varScale="1">
        <p:scale>
          <a:sx n="78" d="100"/>
          <a:sy n="78" d="100"/>
        </p:scale>
        <p:origin x="804" y="84"/>
      </p:cViewPr>
      <p:guideLst>
        <p:guide orient="horz" pos="1920"/>
        <p:guide orient="horz" pos="2208"/>
        <p:guide orient="horz" pos="888"/>
        <p:guide orient="horz" pos="1080"/>
        <p:guide orient="horz"/>
        <p:guide pos="4128"/>
        <p:guide pos="3552"/>
        <p:guide orient="horz" pos="1608"/>
        <p:guide orient="horz" pos="34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Time taking to go through all the videos, there can be many videos and some might be too long. What if we are looking for only videos with humans in them, what if we are looking for videos with specific people in it.</a:t>
            </a:r>
            <a:endParaRPr/>
          </a:p>
        </p:txBody>
      </p:sp>
      <p:sp>
        <p:nvSpPr>
          <p:cNvPr id="119" name="Google Shape;119;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extLst>
      <p:ext uri="{BB962C8B-B14F-4D97-AF65-F5344CB8AC3E}">
        <p14:creationId xmlns:p14="http://schemas.microsoft.com/office/powerpoint/2010/main" val="3241302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cbc92c1f0c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g2cbc92c1f0c_0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g2cbc92c1f0c_0_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797846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Time taking to go through all the videos, there can be many videos and some might be too long. What if we are looking for only videos with humans in them, what if we are looking for videos with specific people in it.</a:t>
            </a:r>
            <a:endParaRPr/>
          </a:p>
        </p:txBody>
      </p:sp>
      <p:sp>
        <p:nvSpPr>
          <p:cNvPr id="119" name="Google Shape;119;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extLst>
      <p:ext uri="{BB962C8B-B14F-4D97-AF65-F5344CB8AC3E}">
        <p14:creationId xmlns:p14="http://schemas.microsoft.com/office/powerpoint/2010/main" val="381455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Time taking to go through all the videos, there can be many videos and some might be too long. What if we are looking for only videos with humans in them, what if we are looking for videos with specific people in it.</a:t>
            </a:r>
            <a:endParaRPr/>
          </a:p>
        </p:txBody>
      </p:sp>
      <p:sp>
        <p:nvSpPr>
          <p:cNvPr id="119" name="Google Shape;119;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extLst>
      <p:ext uri="{BB962C8B-B14F-4D97-AF65-F5344CB8AC3E}">
        <p14:creationId xmlns:p14="http://schemas.microsoft.com/office/powerpoint/2010/main" val="961664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Time taking to go through all the videos, there can be many videos and some might be too long. What if we are looking for only videos with humans in them, what if we are looking for videos with specific people in it.</a:t>
            </a:r>
            <a:endParaRPr/>
          </a:p>
        </p:txBody>
      </p:sp>
      <p:sp>
        <p:nvSpPr>
          <p:cNvPr id="119" name="Google Shape;119;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175391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Time taking to go through all the videos, there can be many videos and some might be too long. What if we are looking for only videos with humans in them, what if we are looking for videos with specific people in it.</a:t>
            </a:r>
            <a:endParaRPr/>
          </a:p>
        </p:txBody>
      </p:sp>
      <p:sp>
        <p:nvSpPr>
          <p:cNvPr id="119" name="Google Shape;119;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extLst>
      <p:ext uri="{BB962C8B-B14F-4D97-AF65-F5344CB8AC3E}">
        <p14:creationId xmlns:p14="http://schemas.microsoft.com/office/powerpoint/2010/main" val="2719385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cbc92c1f0c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g2cbc92c1f0c_0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g2cbc92c1f0c_0_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extLst>
      <p:ext uri="{BB962C8B-B14F-4D97-AF65-F5344CB8AC3E}">
        <p14:creationId xmlns:p14="http://schemas.microsoft.com/office/powerpoint/2010/main" val="3201011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Time taking to go through all the videos, there can be many videos and some might be too long. What if we are looking for only videos with humans in them, what if we are looking for videos with specific people in it.</a:t>
            </a:r>
            <a:endParaRPr/>
          </a:p>
        </p:txBody>
      </p:sp>
      <p:sp>
        <p:nvSpPr>
          <p:cNvPr id="119" name="Google Shape;119;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extLst>
      <p:ext uri="{BB962C8B-B14F-4D97-AF65-F5344CB8AC3E}">
        <p14:creationId xmlns:p14="http://schemas.microsoft.com/office/powerpoint/2010/main" val="1314197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Time taking to go through all the videos, there can be many videos and some might be too long. What if we are looking for only videos with humans in them, what if we are looking for videos with specific people in it.</a:t>
            </a:r>
            <a:endParaRPr/>
          </a:p>
        </p:txBody>
      </p:sp>
      <p:sp>
        <p:nvSpPr>
          <p:cNvPr id="119" name="Google Shape;119;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extLst>
      <p:ext uri="{BB962C8B-B14F-4D97-AF65-F5344CB8AC3E}">
        <p14:creationId xmlns:p14="http://schemas.microsoft.com/office/powerpoint/2010/main" val="3222628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Time taking to go through all the videos, there can be many videos and some might be too long. What if we are looking for only videos with humans in them, what if we are looking for videos with specific people in it.</a:t>
            </a:r>
            <a:endParaRPr/>
          </a:p>
        </p:txBody>
      </p:sp>
      <p:sp>
        <p:nvSpPr>
          <p:cNvPr id="119" name="Google Shape;119;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extLst>
      <p:ext uri="{BB962C8B-B14F-4D97-AF65-F5344CB8AC3E}">
        <p14:creationId xmlns:p14="http://schemas.microsoft.com/office/powerpoint/2010/main" val="2794133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Time taking to go through all the videos, there can be many videos and some might be too long. What if we are looking for only videos with humans in them, what if we are looking for videos with specific people in it.</a:t>
            </a:r>
            <a:endParaRPr/>
          </a:p>
        </p:txBody>
      </p:sp>
      <p:sp>
        <p:nvSpPr>
          <p:cNvPr id="119" name="Google Shape;119;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extLst>
      <p:ext uri="{BB962C8B-B14F-4D97-AF65-F5344CB8AC3E}">
        <p14:creationId xmlns:p14="http://schemas.microsoft.com/office/powerpoint/2010/main" val="4092391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Time taking to go through all the videos, there can be many videos and some might be too long. What if we are looking for only videos with humans in them, what if we are looking for videos with specific people in it.</a:t>
            </a:r>
            <a:endParaRPr/>
          </a:p>
        </p:txBody>
      </p:sp>
      <p:sp>
        <p:nvSpPr>
          <p:cNvPr id="119" name="Google Shape;119;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extLst>
      <p:ext uri="{BB962C8B-B14F-4D97-AF65-F5344CB8AC3E}">
        <p14:creationId xmlns:p14="http://schemas.microsoft.com/office/powerpoint/2010/main" val="1983679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Time taking to go through all the videos, there can be many videos and some might be too long. What if we are looking for only videos with humans in them, what if we are looking for videos with specific people in it.</a:t>
            </a:r>
            <a:endParaRPr/>
          </a:p>
        </p:txBody>
      </p:sp>
      <p:sp>
        <p:nvSpPr>
          <p:cNvPr id="119" name="Google Shape;119;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extLst>
      <p:ext uri="{BB962C8B-B14F-4D97-AF65-F5344CB8AC3E}">
        <p14:creationId xmlns:p14="http://schemas.microsoft.com/office/powerpoint/2010/main" val="1520726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cbc92c1f0c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g2cbc92c1f0c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2000">
                <a:latin typeface="Arial"/>
                <a:ea typeface="Arial"/>
                <a:cs typeface="Arial"/>
                <a:sym typeface="Arial"/>
              </a:rPr>
              <a:t>The lower win rates of m2 1 epoch models is due to sub optimal hyperparameters for m1.</a:t>
            </a:r>
            <a:endParaRPr sz="20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203" name="Google Shape;203;g2cbc92c1f0c_0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extLst>
      <p:ext uri="{BB962C8B-B14F-4D97-AF65-F5344CB8AC3E}">
        <p14:creationId xmlns:p14="http://schemas.microsoft.com/office/powerpoint/2010/main" val="3058008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cbc92c1f0c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g2cbc92c1f0c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2000">
                <a:latin typeface="Arial"/>
                <a:ea typeface="Arial"/>
                <a:cs typeface="Arial"/>
                <a:sym typeface="Arial"/>
              </a:rPr>
              <a:t>The lower win rates of m2 1 epoch models is due to sub optimal hyperparameters for m1.</a:t>
            </a:r>
            <a:endParaRPr sz="20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203" name="Google Shape;203;g2cbc92c1f0c_0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cbc92c1f0c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g2cbc92c1f0c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2000">
                <a:latin typeface="Arial"/>
                <a:ea typeface="Arial"/>
                <a:cs typeface="Arial"/>
                <a:sym typeface="Arial"/>
              </a:rPr>
              <a:t>The lower win rates of m2 1 epoch models is due to sub optimal hyperparameters for m1.</a:t>
            </a:r>
            <a:endParaRPr sz="2000">
              <a:latin typeface="Arial"/>
              <a:ea typeface="Arial"/>
              <a:cs typeface="Arial"/>
              <a:sym typeface="Arial"/>
            </a:endParaRPr>
          </a:p>
          <a:p>
            <a:pPr marL="0" lvl="0" indent="0" algn="l" rtl="0">
              <a:lnSpc>
                <a:spcPct val="100000"/>
              </a:lnSpc>
              <a:spcBef>
                <a:spcPts val="0"/>
              </a:spcBef>
              <a:spcAft>
                <a:spcPts val="0"/>
              </a:spcAft>
              <a:buSzPts val="1400"/>
              <a:buNone/>
            </a:pPr>
            <a:endParaRPr/>
          </a:p>
        </p:txBody>
      </p:sp>
      <p:sp>
        <p:nvSpPr>
          <p:cNvPr id="203" name="Google Shape;203;g2cbc92c1f0c_0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extLst>
      <p:ext uri="{BB962C8B-B14F-4D97-AF65-F5344CB8AC3E}">
        <p14:creationId xmlns:p14="http://schemas.microsoft.com/office/powerpoint/2010/main" val="2837684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cbc92c1f0c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g2cbc92c1f0c_0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g2cbc92c1f0c_0_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cbc92c1f0c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g2cbc92c1f0c_0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g2cbc92c1f0c_0_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extLst>
      <p:ext uri="{BB962C8B-B14F-4D97-AF65-F5344CB8AC3E}">
        <p14:creationId xmlns:p14="http://schemas.microsoft.com/office/powerpoint/2010/main" val="3240836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Cover-Option 1">
  <p:cSld name="Cover-Option 1">
    <p:spTree>
      <p:nvGrpSpPr>
        <p:cNvPr id="1" name="Shape 17"/>
        <p:cNvGrpSpPr/>
        <p:nvPr/>
      </p:nvGrpSpPr>
      <p:grpSpPr>
        <a:xfrm>
          <a:off x="0" y="0"/>
          <a:ext cx="0" cy="0"/>
          <a:chOff x="0" y="0"/>
          <a:chExt cx="0" cy="0"/>
        </a:xfrm>
      </p:grpSpPr>
      <p:pic>
        <p:nvPicPr>
          <p:cNvPr id="18" name="Google Shape;18;p2"/>
          <p:cNvPicPr preferRelativeResize="0"/>
          <p:nvPr/>
        </p:nvPicPr>
        <p:blipFill rotWithShape="1">
          <a:blip r:embed="rId2">
            <a:alphaModFix/>
          </a:blip>
          <a:srcRect/>
          <a:stretch/>
        </p:blipFill>
        <p:spPr>
          <a:xfrm>
            <a:off x="-1" y="0"/>
            <a:ext cx="12192000" cy="6858000"/>
          </a:xfrm>
          <a:prstGeom prst="rect">
            <a:avLst/>
          </a:prstGeom>
          <a:noFill/>
          <a:ln>
            <a:noFill/>
          </a:ln>
        </p:spPr>
      </p:pic>
      <p:pic>
        <p:nvPicPr>
          <p:cNvPr id="19" name="Google Shape;19;p2"/>
          <p:cNvPicPr preferRelativeResize="0"/>
          <p:nvPr/>
        </p:nvPicPr>
        <p:blipFill rotWithShape="1">
          <a:blip r:embed="rId3">
            <a:alphaModFix amt="55000"/>
          </a:blip>
          <a:srcRect/>
          <a:stretch/>
        </p:blipFill>
        <p:spPr>
          <a:xfrm>
            <a:off x="0" y="0"/>
            <a:ext cx="12192000" cy="6858000"/>
          </a:xfrm>
          <a:prstGeom prst="rect">
            <a:avLst/>
          </a:prstGeom>
          <a:gradFill>
            <a:gsLst>
              <a:gs pos="0">
                <a:srgbClr val="E5E5E4">
                  <a:alpha val="0"/>
                </a:srgbClr>
              </a:gs>
              <a:gs pos="55000">
                <a:srgbClr val="E5E5E4">
                  <a:alpha val="0"/>
                </a:srgbClr>
              </a:gs>
              <a:gs pos="100000">
                <a:srgbClr val="0070C0"/>
              </a:gs>
            </a:gsLst>
            <a:lin ang="16200000" scaled="0"/>
          </a:gradFill>
          <a:ln>
            <a:noFill/>
          </a:ln>
        </p:spPr>
      </p:pic>
      <p:sp>
        <p:nvSpPr>
          <p:cNvPr id="20" name="Google Shape;20;p2"/>
          <p:cNvSpPr/>
          <p:nvPr/>
        </p:nvSpPr>
        <p:spPr>
          <a:xfrm>
            <a:off x="1" y="2082450"/>
            <a:ext cx="6435523" cy="2559931"/>
          </a:xfrm>
          <a:prstGeom prst="rect">
            <a:avLst/>
          </a:prstGeom>
          <a:gradFill>
            <a:gsLst>
              <a:gs pos="0">
                <a:srgbClr val="861C33"/>
              </a:gs>
              <a:gs pos="39000">
                <a:srgbClr val="861C33"/>
              </a:gs>
              <a:gs pos="100000">
                <a:srgbClr val="60061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1" name="Google Shape;21;p2"/>
          <p:cNvSpPr/>
          <p:nvPr/>
        </p:nvSpPr>
        <p:spPr>
          <a:xfrm>
            <a:off x="1" y="4622923"/>
            <a:ext cx="6435523" cy="242317"/>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2" name="Google Shape;22;p2"/>
          <p:cNvSpPr txBox="1">
            <a:spLocks noGrp="1"/>
          </p:cNvSpPr>
          <p:nvPr>
            <p:ph type="ctrTitle"/>
          </p:nvPr>
        </p:nvSpPr>
        <p:spPr>
          <a:xfrm>
            <a:off x="1" y="2426796"/>
            <a:ext cx="6435524" cy="2209031"/>
          </a:xfrm>
          <a:prstGeom prst="rect">
            <a:avLst/>
          </a:prstGeom>
          <a:noFill/>
          <a:ln>
            <a:noFill/>
          </a:ln>
        </p:spPr>
        <p:txBody>
          <a:bodyPr spcFirstLastPara="1" wrap="square" lIns="640075" tIns="0" rIns="640075" bIns="0" anchor="ctr" anchorCtr="0">
            <a:noAutofit/>
          </a:bodyPr>
          <a:lstStyle>
            <a:lvl1pPr lvl="0" algn="l">
              <a:lnSpc>
                <a:spcPct val="90000"/>
              </a:lnSpc>
              <a:spcBef>
                <a:spcPts val="0"/>
              </a:spcBef>
              <a:spcAft>
                <a:spcPts val="0"/>
              </a:spcAft>
              <a:buClr>
                <a:schemeClr val="lt1"/>
              </a:buClr>
              <a:buSzPts val="4000"/>
              <a:buFont typeface="Arial"/>
              <a:buNone/>
              <a:defRPr sz="4000" b="1" i="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3" name="Google Shape;23;p2"/>
          <p:cNvPicPr preferRelativeResize="0"/>
          <p:nvPr/>
        </p:nvPicPr>
        <p:blipFill rotWithShape="1">
          <a:blip r:embed="rId4">
            <a:alphaModFix/>
          </a:blip>
          <a:srcRect/>
          <a:stretch/>
        </p:blipFill>
        <p:spPr>
          <a:xfrm>
            <a:off x="709975" y="5230802"/>
            <a:ext cx="2009583" cy="802810"/>
          </a:xfrm>
          <a:prstGeom prst="rect">
            <a:avLst/>
          </a:prstGeom>
          <a:noFill/>
          <a:ln>
            <a:noFill/>
          </a:ln>
          <a:effectLst>
            <a:outerShdw blurRad="50800" dist="50800" dir="5400000" algn="ctr" rotWithShape="0">
              <a:srgbClr val="000000">
                <a:alpha val="49019"/>
              </a:srgbClr>
            </a:outerShdw>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4"/>
        <p:cNvGrpSpPr/>
        <p:nvPr/>
      </p:nvGrpSpPr>
      <p:grpSpPr>
        <a:xfrm>
          <a:off x="0" y="0"/>
          <a:ext cx="0" cy="0"/>
          <a:chOff x="0" y="0"/>
          <a:chExt cx="0" cy="0"/>
        </a:xfrm>
      </p:grpSpPr>
      <p:sp>
        <p:nvSpPr>
          <p:cNvPr id="25" name="Google Shape;25;p3"/>
          <p:cNvSpPr txBox="1">
            <a:spLocks noGrp="1"/>
          </p:cNvSpPr>
          <p:nvPr>
            <p:ph type="body" idx="1"/>
          </p:nvPr>
        </p:nvSpPr>
        <p:spPr>
          <a:xfrm>
            <a:off x="609600" y="1187450"/>
            <a:ext cx="10972800" cy="1060450"/>
          </a:xfrm>
          <a:prstGeom prst="rect">
            <a:avLst/>
          </a:prstGeom>
          <a:noFill/>
          <a:ln>
            <a:noFill/>
          </a:ln>
        </p:spPr>
        <p:txBody>
          <a:bodyPr spcFirstLastPara="1" wrap="square" lIns="365750" tIns="0" rIns="365750" bIns="45700" anchor="t" anchorCtr="0">
            <a:noAutofit/>
          </a:bodyPr>
          <a:lstStyle>
            <a:lvl1pPr marL="457200" lvl="0" indent="-228600" algn="l">
              <a:lnSpc>
                <a:spcPct val="100000"/>
              </a:lnSpc>
              <a:spcBef>
                <a:spcPts val="600"/>
              </a:spcBef>
              <a:spcAft>
                <a:spcPts val="0"/>
              </a:spcAft>
              <a:buClr>
                <a:schemeClr val="dk1"/>
              </a:buClr>
              <a:buSzPts val="1500"/>
              <a:buNone/>
              <a:defRPr sz="1500">
                <a:solidFill>
                  <a:schemeClr val="dk1"/>
                </a:solidFill>
              </a:defRPr>
            </a:lvl1pPr>
            <a:lvl2pPr marL="914400" lvl="1" indent="-228600" algn="l">
              <a:lnSpc>
                <a:spcPct val="100000"/>
              </a:lnSpc>
              <a:spcBef>
                <a:spcPts val="600"/>
              </a:spcBef>
              <a:spcAft>
                <a:spcPts val="0"/>
              </a:spcAft>
              <a:buClr>
                <a:srgbClr val="888888"/>
              </a:buClr>
              <a:buSzPts val="2000"/>
              <a:buNone/>
              <a:defRPr sz="2000">
                <a:solidFill>
                  <a:srgbClr val="888888"/>
                </a:solidFill>
              </a:defRPr>
            </a:lvl2pPr>
            <a:lvl3pPr marL="1371600" lvl="2" indent="-228600" algn="l">
              <a:lnSpc>
                <a:spcPct val="100000"/>
              </a:lnSpc>
              <a:spcBef>
                <a:spcPts val="600"/>
              </a:spcBef>
              <a:spcAft>
                <a:spcPts val="0"/>
              </a:spcAft>
              <a:buClr>
                <a:srgbClr val="888888"/>
              </a:buClr>
              <a:buSzPts val="1800"/>
              <a:buNone/>
              <a:defRPr sz="1800">
                <a:solidFill>
                  <a:srgbClr val="888888"/>
                </a:solidFill>
              </a:defRPr>
            </a:lvl3pPr>
            <a:lvl4pPr marL="1828800" lvl="3" indent="-228600" algn="l">
              <a:lnSpc>
                <a:spcPct val="100000"/>
              </a:lnSpc>
              <a:spcBef>
                <a:spcPts val="600"/>
              </a:spcBef>
              <a:spcAft>
                <a:spcPts val="0"/>
              </a:spcAft>
              <a:buClr>
                <a:srgbClr val="888888"/>
              </a:buClr>
              <a:buSzPts val="1600"/>
              <a:buNone/>
              <a:defRPr sz="1600">
                <a:solidFill>
                  <a:srgbClr val="888888"/>
                </a:solidFill>
              </a:defRPr>
            </a:lvl4pPr>
            <a:lvl5pPr marL="2286000" lvl="4" indent="-228600" algn="l">
              <a:lnSpc>
                <a:spcPct val="100000"/>
              </a:lnSpc>
              <a:spcBef>
                <a:spcPts val="6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3"/>
          <p:cNvSpPr txBox="1">
            <a:spLocks noGrp="1"/>
          </p:cNvSpPr>
          <p:nvPr>
            <p:ph type="ftr" idx="11"/>
          </p:nvPr>
        </p:nvSpPr>
        <p:spPr>
          <a:xfrm>
            <a:off x="1946790" y="6337361"/>
            <a:ext cx="10009857" cy="346472"/>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sz="1200">
                <a:solidFill>
                  <a:srgbClr val="C7C8C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title"/>
          </p:nvPr>
        </p:nvSpPr>
        <p:spPr>
          <a:xfrm>
            <a:off x="609600" y="627298"/>
            <a:ext cx="10515600" cy="652463"/>
          </a:xfrm>
          <a:prstGeom prst="rect">
            <a:avLst/>
          </a:prstGeom>
          <a:noFill/>
          <a:ln>
            <a:noFill/>
          </a:ln>
        </p:spPr>
        <p:txBody>
          <a:bodyPr spcFirstLastPara="1" wrap="square" lIns="365750" tIns="45700" rIns="365750" bIns="45700" anchor="t" anchorCtr="0">
            <a:noAutofit/>
          </a:bodyPr>
          <a:lstStyle>
            <a:lvl1pPr lvl="0" algn="l">
              <a:lnSpc>
                <a:spcPct val="90000"/>
              </a:lnSpc>
              <a:spcBef>
                <a:spcPts val="0"/>
              </a:spcBef>
              <a:spcAft>
                <a:spcPts val="0"/>
              </a:spcAft>
              <a:buClr>
                <a:srgbClr val="861C33"/>
              </a:buClr>
              <a:buSzPts val="3400"/>
              <a:buFont typeface="Arial"/>
              <a:buNone/>
              <a:defRPr>
                <a:solidFill>
                  <a:srgbClr val="861C3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1_Section slides">
  <p:cSld name="1_Section slides">
    <p:spTree>
      <p:nvGrpSpPr>
        <p:cNvPr id="1" name="Shape 28"/>
        <p:cNvGrpSpPr/>
        <p:nvPr/>
      </p:nvGrpSpPr>
      <p:grpSpPr>
        <a:xfrm>
          <a:off x="0" y="0"/>
          <a:ext cx="0" cy="0"/>
          <a:chOff x="0" y="0"/>
          <a:chExt cx="0" cy="0"/>
        </a:xfrm>
      </p:grpSpPr>
      <p:sp>
        <p:nvSpPr>
          <p:cNvPr id="29" name="Google Shape;29;p4"/>
          <p:cNvSpPr/>
          <p:nvPr/>
        </p:nvSpPr>
        <p:spPr>
          <a:xfrm>
            <a:off x="0" y="-1"/>
            <a:ext cx="12192000" cy="6857999"/>
          </a:xfrm>
          <a:prstGeom prst="rect">
            <a:avLst/>
          </a:prstGeom>
          <a:gradFill>
            <a:gsLst>
              <a:gs pos="0">
                <a:srgbClr val="861C33"/>
              </a:gs>
              <a:gs pos="39000">
                <a:srgbClr val="861C33"/>
              </a:gs>
              <a:gs pos="100000">
                <a:srgbClr val="60061F"/>
              </a:gs>
            </a:gsLst>
            <a:path path="circle">
              <a:fillToRect l="50000" t="50000" r="50000" b="50000"/>
            </a:path>
            <a:tileRect/>
          </a:gra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1" i="0" u="none" strike="noStrike" cap="none">
              <a:solidFill>
                <a:schemeClr val="lt1"/>
              </a:solidFill>
              <a:latin typeface="Arial"/>
              <a:ea typeface="Arial"/>
              <a:cs typeface="Arial"/>
              <a:sym typeface="Arial"/>
            </a:endParaRPr>
          </a:p>
        </p:txBody>
      </p:sp>
      <p:sp>
        <p:nvSpPr>
          <p:cNvPr id="30" name="Google Shape;30;p4"/>
          <p:cNvSpPr txBox="1">
            <a:spLocks noGrp="1"/>
          </p:cNvSpPr>
          <p:nvPr>
            <p:ph type="title"/>
          </p:nvPr>
        </p:nvSpPr>
        <p:spPr>
          <a:xfrm>
            <a:off x="609600" y="1901141"/>
            <a:ext cx="10972800" cy="3342190"/>
          </a:xfrm>
          <a:prstGeom prst="rect">
            <a:avLst/>
          </a:prstGeom>
          <a:noFill/>
          <a:ln>
            <a:noFill/>
          </a:ln>
        </p:spPr>
        <p:txBody>
          <a:bodyPr spcFirstLastPara="1" wrap="square" lIns="365750" tIns="45700" rIns="365750" bIns="45700" anchor="t" anchorCtr="0">
            <a:noAutofit/>
          </a:bodyPr>
          <a:lstStyle>
            <a:lvl1pPr lvl="0" algn="l">
              <a:lnSpc>
                <a:spcPct val="100000"/>
              </a:lnSpc>
              <a:spcBef>
                <a:spcPts val="0"/>
              </a:spcBef>
              <a:spcAft>
                <a:spcPts val="0"/>
              </a:spcAft>
              <a:buClr>
                <a:schemeClr val="lt1"/>
              </a:buClr>
              <a:buSzPts val="6000"/>
              <a:buFont typeface="Arial"/>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1" name="Google Shape;31;p4"/>
          <p:cNvPicPr preferRelativeResize="0"/>
          <p:nvPr/>
        </p:nvPicPr>
        <p:blipFill rotWithShape="1">
          <a:blip r:embed="rId2">
            <a:alphaModFix/>
          </a:blip>
          <a:srcRect/>
          <a:stretch/>
        </p:blipFill>
        <p:spPr>
          <a:xfrm rot="-5400000">
            <a:off x="10152352" y="4923485"/>
            <a:ext cx="2313849" cy="92436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Slides-2">
  <p:cSld name="Section Slides-2">
    <p:spTree>
      <p:nvGrpSpPr>
        <p:cNvPr id="1" name="Shape 32"/>
        <p:cNvGrpSpPr/>
        <p:nvPr/>
      </p:nvGrpSpPr>
      <p:grpSpPr>
        <a:xfrm>
          <a:off x="0" y="0"/>
          <a:ext cx="0" cy="0"/>
          <a:chOff x="0" y="0"/>
          <a:chExt cx="0" cy="0"/>
        </a:xfrm>
      </p:grpSpPr>
      <p:sp>
        <p:nvSpPr>
          <p:cNvPr id="33" name="Google Shape;33;p5"/>
          <p:cNvSpPr/>
          <p:nvPr/>
        </p:nvSpPr>
        <p:spPr>
          <a:xfrm>
            <a:off x="0" y="-1"/>
            <a:ext cx="12192000" cy="6857999"/>
          </a:xfrm>
          <a:prstGeom prst="rect">
            <a:avLst/>
          </a:prstGeom>
          <a:gradFill>
            <a:gsLst>
              <a:gs pos="0">
                <a:srgbClr val="585A5D"/>
              </a:gs>
              <a:gs pos="39000">
                <a:srgbClr val="585A5D"/>
              </a:gs>
              <a:gs pos="100000">
                <a:srgbClr val="262626"/>
              </a:gs>
            </a:gsLst>
            <a:path path="circle">
              <a:fillToRect l="50000" t="50000" r="50000" b="50000"/>
            </a:path>
            <a:tileRect/>
          </a:gra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1" i="0" u="none" strike="noStrike" cap="none">
              <a:solidFill>
                <a:schemeClr val="lt1"/>
              </a:solidFill>
              <a:latin typeface="Arial"/>
              <a:ea typeface="Arial"/>
              <a:cs typeface="Arial"/>
              <a:sym typeface="Arial"/>
            </a:endParaRPr>
          </a:p>
        </p:txBody>
      </p:sp>
      <p:pic>
        <p:nvPicPr>
          <p:cNvPr id="34" name="Google Shape;34;p5"/>
          <p:cNvPicPr preferRelativeResize="0"/>
          <p:nvPr/>
        </p:nvPicPr>
        <p:blipFill rotWithShape="1">
          <a:blip r:embed="rId2">
            <a:alphaModFix/>
          </a:blip>
          <a:srcRect/>
          <a:stretch/>
        </p:blipFill>
        <p:spPr>
          <a:xfrm>
            <a:off x="992354" y="891230"/>
            <a:ext cx="3417599" cy="708970"/>
          </a:xfrm>
          <a:prstGeom prst="rect">
            <a:avLst/>
          </a:prstGeom>
          <a:noFill/>
          <a:ln>
            <a:noFill/>
          </a:ln>
        </p:spPr>
      </p:pic>
      <p:sp>
        <p:nvSpPr>
          <p:cNvPr id="35" name="Google Shape;35;p5"/>
          <p:cNvSpPr txBox="1">
            <a:spLocks noGrp="1"/>
          </p:cNvSpPr>
          <p:nvPr>
            <p:ph type="title"/>
          </p:nvPr>
        </p:nvSpPr>
        <p:spPr>
          <a:xfrm>
            <a:off x="609600" y="1901141"/>
            <a:ext cx="10972800" cy="3342190"/>
          </a:xfrm>
          <a:prstGeom prst="rect">
            <a:avLst/>
          </a:prstGeom>
          <a:noFill/>
          <a:ln>
            <a:noFill/>
          </a:ln>
        </p:spPr>
        <p:txBody>
          <a:bodyPr spcFirstLastPara="1" wrap="square" lIns="365750" tIns="45700" rIns="365750" bIns="45700" anchor="t" anchorCtr="0">
            <a:noAutofit/>
          </a:bodyPr>
          <a:lstStyle>
            <a:lvl1pPr lvl="0" algn="l">
              <a:lnSpc>
                <a:spcPct val="100000"/>
              </a:lnSpc>
              <a:spcBef>
                <a:spcPts val="0"/>
              </a:spcBef>
              <a:spcAft>
                <a:spcPts val="0"/>
              </a:spcAft>
              <a:buClr>
                <a:schemeClr val="lt1"/>
              </a:buClr>
              <a:buSzPts val="6000"/>
              <a:buFont typeface="Arial"/>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6" name="Google Shape;36;p5"/>
          <p:cNvPicPr preferRelativeResize="0"/>
          <p:nvPr/>
        </p:nvPicPr>
        <p:blipFill rotWithShape="1">
          <a:blip r:embed="rId3">
            <a:alphaModFix/>
          </a:blip>
          <a:srcRect/>
          <a:stretch/>
        </p:blipFill>
        <p:spPr>
          <a:xfrm rot="-5400000">
            <a:off x="10152352" y="4923485"/>
            <a:ext cx="2313849" cy="92436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Back page- closing">
  <p:cSld name="Back page- closing">
    <p:spTree>
      <p:nvGrpSpPr>
        <p:cNvPr id="1" name="Shape 37"/>
        <p:cNvGrpSpPr/>
        <p:nvPr/>
      </p:nvGrpSpPr>
      <p:grpSpPr>
        <a:xfrm>
          <a:off x="0" y="0"/>
          <a:ext cx="0" cy="0"/>
          <a:chOff x="0" y="0"/>
          <a:chExt cx="0" cy="0"/>
        </a:xfrm>
      </p:grpSpPr>
      <p:pic>
        <p:nvPicPr>
          <p:cNvPr id="38" name="Google Shape;38;p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9" name="Google Shape;39;p6"/>
          <p:cNvSpPr/>
          <p:nvPr/>
        </p:nvSpPr>
        <p:spPr>
          <a:xfrm>
            <a:off x="0" y="0"/>
            <a:ext cx="12192000" cy="6857999"/>
          </a:xfrm>
          <a:prstGeom prst="rect">
            <a:avLst/>
          </a:prstGeom>
          <a:gradFill>
            <a:gsLst>
              <a:gs pos="0">
                <a:srgbClr val="585A5D">
                  <a:alpha val="0"/>
                </a:srgbClr>
              </a:gs>
              <a:gs pos="39000">
                <a:srgbClr val="585A5D">
                  <a:alpha val="0"/>
                </a:srgbClr>
              </a:gs>
              <a:gs pos="100000">
                <a:schemeClr val="dk1"/>
              </a:gs>
            </a:gsLst>
            <a:path path="circle">
              <a:fillToRect l="50000" t="50000" r="50000" b="50000"/>
            </a:path>
            <a:tileRect/>
          </a:gra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1" i="0" u="none" strike="noStrike" cap="none">
              <a:solidFill>
                <a:schemeClr val="lt1"/>
              </a:solidFill>
              <a:latin typeface="Arial"/>
              <a:ea typeface="Arial"/>
              <a:cs typeface="Arial"/>
              <a:sym typeface="Arial"/>
            </a:endParaRPr>
          </a:p>
        </p:txBody>
      </p:sp>
      <p:sp>
        <p:nvSpPr>
          <p:cNvPr id="40" name="Google Shape;40;p6"/>
          <p:cNvSpPr txBox="1">
            <a:spLocks noGrp="1"/>
          </p:cNvSpPr>
          <p:nvPr>
            <p:ph type="title"/>
          </p:nvPr>
        </p:nvSpPr>
        <p:spPr>
          <a:xfrm>
            <a:off x="609600" y="2247900"/>
            <a:ext cx="10972800" cy="684769"/>
          </a:xfrm>
          <a:prstGeom prst="rect">
            <a:avLst/>
          </a:prstGeom>
          <a:noFill/>
          <a:ln>
            <a:noFill/>
          </a:ln>
        </p:spPr>
        <p:txBody>
          <a:bodyPr spcFirstLastPara="1" wrap="square" lIns="365750" tIns="45700" rIns="365750" bIns="45700" anchor="ctr" anchorCtr="0">
            <a:noAutofit/>
          </a:bodyPr>
          <a:lstStyle>
            <a:lvl1pPr lvl="0" algn="l">
              <a:lnSpc>
                <a:spcPct val="90000"/>
              </a:lnSpc>
              <a:spcBef>
                <a:spcPts val="0"/>
              </a:spcBef>
              <a:spcAft>
                <a:spcPts val="0"/>
              </a:spcAft>
              <a:buClr>
                <a:srgbClr val="861C3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41" name="Google Shape;41;p6"/>
          <p:cNvPicPr preferRelativeResize="0"/>
          <p:nvPr/>
        </p:nvPicPr>
        <p:blipFill rotWithShape="1">
          <a:blip r:embed="rId3">
            <a:alphaModFix/>
          </a:blip>
          <a:srcRect/>
          <a:stretch/>
        </p:blipFill>
        <p:spPr>
          <a:xfrm>
            <a:off x="5061069" y="5140790"/>
            <a:ext cx="2009583" cy="802810"/>
          </a:xfrm>
          <a:prstGeom prst="rect">
            <a:avLst/>
          </a:prstGeom>
          <a:noFill/>
          <a:ln>
            <a:noFill/>
          </a:ln>
          <a:effectLst>
            <a:outerShdw blurRad="50800" dist="50800" dir="5400000" algn="ctr" rotWithShape="0">
              <a:srgbClr val="000000">
                <a:alpha val="67843"/>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609600" y="627746"/>
            <a:ext cx="10972800" cy="684769"/>
          </a:xfrm>
          <a:prstGeom prst="rect">
            <a:avLst/>
          </a:prstGeom>
          <a:noFill/>
          <a:ln>
            <a:noFill/>
          </a:ln>
        </p:spPr>
        <p:txBody>
          <a:bodyPr spcFirstLastPara="1" wrap="square" lIns="365750" tIns="45700" rIns="365750" bIns="45700" anchor="t" anchorCtr="0">
            <a:noAutofit/>
          </a:bodyPr>
          <a:lstStyle>
            <a:lvl1pPr lvl="0" algn="l">
              <a:lnSpc>
                <a:spcPct val="90000"/>
              </a:lnSpc>
              <a:spcBef>
                <a:spcPts val="0"/>
              </a:spcBef>
              <a:spcAft>
                <a:spcPts val="0"/>
              </a:spcAft>
              <a:buClr>
                <a:srgbClr val="861C33"/>
              </a:buClr>
              <a:buSzPts val="3400"/>
              <a:buFont typeface="Arial"/>
              <a:buNone/>
              <a:defRPr>
                <a:solidFill>
                  <a:srgbClr val="861C3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body" idx="1"/>
          </p:nvPr>
        </p:nvSpPr>
        <p:spPr>
          <a:xfrm rot="5400000">
            <a:off x="4953000" y="-2743200"/>
            <a:ext cx="2286000" cy="10972800"/>
          </a:xfrm>
          <a:prstGeom prst="rect">
            <a:avLst/>
          </a:prstGeom>
          <a:noFill/>
          <a:ln>
            <a:noFill/>
          </a:ln>
        </p:spPr>
        <p:txBody>
          <a:bodyPr spcFirstLastPara="1" wrap="square" lIns="365750" tIns="0" rIns="365750" bIns="457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7"/>
          <p:cNvSpPr txBox="1">
            <a:spLocks noGrp="1"/>
          </p:cNvSpPr>
          <p:nvPr>
            <p:ph type="ftr" idx="11"/>
          </p:nvPr>
        </p:nvSpPr>
        <p:spPr>
          <a:xfrm>
            <a:off x="1946790" y="6337361"/>
            <a:ext cx="10009857" cy="346472"/>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sz="1200">
                <a:solidFill>
                  <a:srgbClr val="C7C8C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609600" y="627746"/>
            <a:ext cx="10972800" cy="684769"/>
          </a:xfrm>
          <a:prstGeom prst="rect">
            <a:avLst/>
          </a:prstGeom>
          <a:noFill/>
          <a:ln>
            <a:noFill/>
          </a:ln>
        </p:spPr>
        <p:txBody>
          <a:bodyPr spcFirstLastPara="1" wrap="square" lIns="365750" tIns="45700" rIns="365750" bIns="45700" anchor="t" anchorCtr="0">
            <a:noAutofit/>
          </a:bodyPr>
          <a:lstStyle>
            <a:lvl1pPr lvl="0" algn="l">
              <a:lnSpc>
                <a:spcPct val="90000"/>
              </a:lnSpc>
              <a:spcBef>
                <a:spcPts val="0"/>
              </a:spcBef>
              <a:spcAft>
                <a:spcPts val="0"/>
              </a:spcAft>
              <a:buClr>
                <a:srgbClr val="862633"/>
              </a:buClr>
              <a:buSzPts val="3400"/>
              <a:buFont typeface="Arial"/>
              <a:buNone/>
              <a:defRPr>
                <a:solidFill>
                  <a:srgbClr val="86263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1946790" y="6337361"/>
            <a:ext cx="10009857" cy="346472"/>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sz="1200">
                <a:solidFill>
                  <a:srgbClr val="C7C8C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1_Section Slides-2">
  <p:cSld name="1_Section Slides-2">
    <p:spTree>
      <p:nvGrpSpPr>
        <p:cNvPr id="1" name="Shape 49"/>
        <p:cNvGrpSpPr/>
        <p:nvPr/>
      </p:nvGrpSpPr>
      <p:grpSpPr>
        <a:xfrm>
          <a:off x="0" y="0"/>
          <a:ext cx="0" cy="0"/>
          <a:chOff x="0" y="0"/>
          <a:chExt cx="0" cy="0"/>
        </a:xfrm>
      </p:grpSpPr>
      <p:sp>
        <p:nvSpPr>
          <p:cNvPr id="50" name="Google Shape;50;p9"/>
          <p:cNvSpPr/>
          <p:nvPr/>
        </p:nvSpPr>
        <p:spPr>
          <a:xfrm>
            <a:off x="0" y="-1"/>
            <a:ext cx="12192000" cy="6857999"/>
          </a:xfrm>
          <a:prstGeom prst="rect">
            <a:avLst/>
          </a:prstGeom>
          <a:gradFill>
            <a:gsLst>
              <a:gs pos="0">
                <a:srgbClr val="585A5D"/>
              </a:gs>
              <a:gs pos="39000">
                <a:srgbClr val="585A5D"/>
              </a:gs>
              <a:gs pos="100000">
                <a:srgbClr val="262626"/>
              </a:gs>
            </a:gsLst>
            <a:path path="circle">
              <a:fillToRect l="50000" t="50000" r="50000" b="50000"/>
            </a:path>
            <a:tileRect/>
          </a:gra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1" i="0" u="none" strike="noStrike" cap="none">
              <a:solidFill>
                <a:schemeClr val="lt1"/>
              </a:solidFill>
              <a:latin typeface="Arial"/>
              <a:ea typeface="Arial"/>
              <a:cs typeface="Arial"/>
              <a:sym typeface="Arial"/>
            </a:endParaRPr>
          </a:p>
        </p:txBody>
      </p:sp>
      <p:sp>
        <p:nvSpPr>
          <p:cNvPr id="51" name="Google Shape;51;p9"/>
          <p:cNvSpPr txBox="1">
            <a:spLocks noGrp="1"/>
          </p:cNvSpPr>
          <p:nvPr>
            <p:ph type="title"/>
          </p:nvPr>
        </p:nvSpPr>
        <p:spPr>
          <a:xfrm>
            <a:off x="609600" y="1901141"/>
            <a:ext cx="10972800" cy="3342190"/>
          </a:xfrm>
          <a:prstGeom prst="rect">
            <a:avLst/>
          </a:prstGeom>
          <a:noFill/>
          <a:ln>
            <a:noFill/>
          </a:ln>
        </p:spPr>
        <p:txBody>
          <a:bodyPr spcFirstLastPara="1" wrap="square" lIns="365750" tIns="45700" rIns="365750" bIns="45700" anchor="t" anchorCtr="0">
            <a:noAutofit/>
          </a:bodyPr>
          <a:lstStyle>
            <a:lvl1pPr lvl="0" algn="l">
              <a:lnSpc>
                <a:spcPct val="100000"/>
              </a:lnSpc>
              <a:spcBef>
                <a:spcPts val="0"/>
              </a:spcBef>
              <a:spcAft>
                <a:spcPts val="0"/>
              </a:spcAft>
              <a:buClr>
                <a:schemeClr val="lt1"/>
              </a:buClr>
              <a:buSzPts val="6000"/>
              <a:buFont typeface="Arial"/>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2" name="Google Shape;52;p9"/>
          <p:cNvPicPr preferRelativeResize="0"/>
          <p:nvPr/>
        </p:nvPicPr>
        <p:blipFill rotWithShape="1">
          <a:blip r:embed="rId2">
            <a:alphaModFix/>
          </a:blip>
          <a:srcRect/>
          <a:stretch/>
        </p:blipFill>
        <p:spPr>
          <a:xfrm rot="-5400000">
            <a:off x="10152352" y="4923485"/>
            <a:ext cx="2313849" cy="924362"/>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3"/>
        <p:cNvGrpSpPr/>
        <p:nvPr/>
      </p:nvGrpSpPr>
      <p:grpSpPr>
        <a:xfrm>
          <a:off x="0" y="0"/>
          <a:ext cx="0" cy="0"/>
          <a:chOff x="0" y="0"/>
          <a:chExt cx="0" cy="0"/>
        </a:xfrm>
      </p:grpSpPr>
      <p:sp>
        <p:nvSpPr>
          <p:cNvPr id="54" name="Google Shape;54;p10"/>
          <p:cNvSpPr txBox="1">
            <a:spLocks noGrp="1"/>
          </p:cNvSpPr>
          <p:nvPr>
            <p:ph type="body" idx="1"/>
          </p:nvPr>
        </p:nvSpPr>
        <p:spPr>
          <a:xfrm>
            <a:off x="609600" y="1600200"/>
            <a:ext cx="10972800" cy="2708876"/>
          </a:xfrm>
          <a:prstGeom prst="rect">
            <a:avLst/>
          </a:prstGeom>
          <a:noFill/>
          <a:ln>
            <a:noFill/>
          </a:ln>
        </p:spPr>
        <p:txBody>
          <a:bodyPr spcFirstLastPara="1" wrap="square" lIns="365750" tIns="0" rIns="365750" bIns="457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0"/>
          <p:cNvSpPr txBox="1">
            <a:spLocks noGrp="1"/>
          </p:cNvSpPr>
          <p:nvPr>
            <p:ph type="ftr" idx="11"/>
          </p:nvPr>
        </p:nvSpPr>
        <p:spPr>
          <a:xfrm>
            <a:off x="1946790" y="6337361"/>
            <a:ext cx="10009857" cy="346472"/>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sz="1200">
                <a:solidFill>
                  <a:srgbClr val="C7C8C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title"/>
          </p:nvPr>
        </p:nvSpPr>
        <p:spPr>
          <a:xfrm>
            <a:off x="609600" y="627746"/>
            <a:ext cx="10972800" cy="684769"/>
          </a:xfrm>
          <a:prstGeom prst="rect">
            <a:avLst/>
          </a:prstGeom>
          <a:noFill/>
          <a:ln>
            <a:noFill/>
          </a:ln>
        </p:spPr>
        <p:txBody>
          <a:bodyPr spcFirstLastPara="1" wrap="square" lIns="365750" tIns="45700" rIns="365750" bIns="45700" anchor="t" anchorCtr="0">
            <a:noAutofit/>
          </a:bodyPr>
          <a:lstStyle>
            <a:lvl1pPr lvl="0" algn="l">
              <a:lnSpc>
                <a:spcPct val="90000"/>
              </a:lnSpc>
              <a:spcBef>
                <a:spcPts val="0"/>
              </a:spcBef>
              <a:spcAft>
                <a:spcPts val="0"/>
              </a:spcAft>
              <a:buClr>
                <a:srgbClr val="862633"/>
              </a:buClr>
              <a:buSzPts val="3400"/>
              <a:buFont typeface="Arial"/>
              <a:buNone/>
              <a:defRPr>
                <a:solidFill>
                  <a:srgbClr val="86263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Cover -Option 2">
  <p:cSld name="Cover -Option 2">
    <p:spTree>
      <p:nvGrpSpPr>
        <p:cNvPr id="1" name="Shape 57"/>
        <p:cNvGrpSpPr/>
        <p:nvPr/>
      </p:nvGrpSpPr>
      <p:grpSpPr>
        <a:xfrm>
          <a:off x="0" y="0"/>
          <a:ext cx="0" cy="0"/>
          <a:chOff x="0" y="0"/>
          <a:chExt cx="0" cy="0"/>
        </a:xfrm>
      </p:grpSpPr>
      <p:pic>
        <p:nvPicPr>
          <p:cNvPr id="58" name="Google Shape;58;p11"/>
          <p:cNvPicPr preferRelativeResize="0"/>
          <p:nvPr/>
        </p:nvPicPr>
        <p:blipFill rotWithShape="1">
          <a:blip r:embed="rId2">
            <a:alphaModFix/>
          </a:blip>
          <a:srcRect/>
          <a:stretch/>
        </p:blipFill>
        <p:spPr>
          <a:xfrm>
            <a:off x="0" y="1"/>
            <a:ext cx="12192000" cy="6858000"/>
          </a:xfrm>
          <a:prstGeom prst="rect">
            <a:avLst/>
          </a:prstGeom>
          <a:noFill/>
          <a:ln>
            <a:noFill/>
          </a:ln>
        </p:spPr>
      </p:pic>
      <p:pic>
        <p:nvPicPr>
          <p:cNvPr id="59" name="Google Shape;59;p11"/>
          <p:cNvPicPr preferRelativeResize="0"/>
          <p:nvPr/>
        </p:nvPicPr>
        <p:blipFill rotWithShape="1">
          <a:blip r:embed="rId3">
            <a:alphaModFix/>
          </a:blip>
          <a:srcRect/>
          <a:stretch/>
        </p:blipFill>
        <p:spPr>
          <a:xfrm>
            <a:off x="9227773" y="696109"/>
            <a:ext cx="2257388" cy="902955"/>
          </a:xfrm>
          <a:prstGeom prst="rect">
            <a:avLst/>
          </a:prstGeom>
          <a:noFill/>
          <a:ln>
            <a:noFill/>
          </a:ln>
          <a:effectLst>
            <a:outerShdw blurRad="508000" dist="38100" sx="67000" sy="67000" algn="tl" rotWithShape="0">
              <a:schemeClr val="lt1">
                <a:alpha val="67843"/>
              </a:schemeClr>
            </a:outerShdw>
          </a:effectLst>
        </p:spPr>
      </p:pic>
      <p:sp>
        <p:nvSpPr>
          <p:cNvPr id="60" name="Google Shape;60;p11"/>
          <p:cNvSpPr/>
          <p:nvPr/>
        </p:nvSpPr>
        <p:spPr>
          <a:xfrm>
            <a:off x="1" y="608560"/>
            <a:ext cx="6435523" cy="2215585"/>
          </a:xfrm>
          <a:prstGeom prst="rect">
            <a:avLst/>
          </a:prstGeom>
          <a:gradFill>
            <a:gsLst>
              <a:gs pos="0">
                <a:srgbClr val="861C33"/>
              </a:gs>
              <a:gs pos="39000">
                <a:srgbClr val="861C33"/>
              </a:gs>
              <a:gs pos="100000">
                <a:srgbClr val="60061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1" name="Google Shape;61;p11"/>
          <p:cNvSpPr/>
          <p:nvPr/>
        </p:nvSpPr>
        <p:spPr>
          <a:xfrm>
            <a:off x="1" y="2804687"/>
            <a:ext cx="6435523" cy="249798"/>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2" name="Google Shape;62;p11"/>
          <p:cNvSpPr txBox="1">
            <a:spLocks noGrp="1"/>
          </p:cNvSpPr>
          <p:nvPr>
            <p:ph type="ctrTitle"/>
          </p:nvPr>
        </p:nvSpPr>
        <p:spPr>
          <a:xfrm>
            <a:off x="1" y="608560"/>
            <a:ext cx="6435524" cy="2196127"/>
          </a:xfrm>
          <a:prstGeom prst="rect">
            <a:avLst/>
          </a:prstGeom>
          <a:noFill/>
          <a:ln>
            <a:noFill/>
          </a:ln>
        </p:spPr>
        <p:txBody>
          <a:bodyPr spcFirstLastPara="1" wrap="square" lIns="640075" tIns="0" rIns="640075" bIns="0" anchor="ctr" anchorCtr="0">
            <a:noAutofit/>
          </a:bodyPr>
          <a:lstStyle>
            <a:lvl1pPr lvl="0" algn="l">
              <a:lnSpc>
                <a:spcPct val="90000"/>
              </a:lnSpc>
              <a:spcBef>
                <a:spcPts val="0"/>
              </a:spcBef>
              <a:spcAft>
                <a:spcPts val="0"/>
              </a:spcAft>
              <a:buClr>
                <a:schemeClr val="lt1"/>
              </a:buClr>
              <a:buSzPts val="4000"/>
              <a:buFont typeface="Arial"/>
              <a:buNone/>
              <a:defRPr sz="4000" b="1" i="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Section slides" type="titleOnly">
  <p:cSld name="TITLE_ONLY">
    <p:spTree>
      <p:nvGrpSpPr>
        <p:cNvPr id="1" name="Shape 63"/>
        <p:cNvGrpSpPr/>
        <p:nvPr/>
      </p:nvGrpSpPr>
      <p:grpSpPr>
        <a:xfrm>
          <a:off x="0" y="0"/>
          <a:ext cx="0" cy="0"/>
          <a:chOff x="0" y="0"/>
          <a:chExt cx="0" cy="0"/>
        </a:xfrm>
      </p:grpSpPr>
      <p:sp>
        <p:nvSpPr>
          <p:cNvPr id="64" name="Google Shape;64;p12"/>
          <p:cNvSpPr/>
          <p:nvPr/>
        </p:nvSpPr>
        <p:spPr>
          <a:xfrm>
            <a:off x="0" y="-1"/>
            <a:ext cx="12192000" cy="6857999"/>
          </a:xfrm>
          <a:prstGeom prst="rect">
            <a:avLst/>
          </a:prstGeom>
          <a:gradFill>
            <a:gsLst>
              <a:gs pos="0">
                <a:srgbClr val="861C33"/>
              </a:gs>
              <a:gs pos="39000">
                <a:srgbClr val="861C33"/>
              </a:gs>
              <a:gs pos="100000">
                <a:srgbClr val="60061F"/>
              </a:gs>
            </a:gsLst>
            <a:path path="circle">
              <a:fillToRect l="50000" t="50000" r="50000" b="50000"/>
            </a:path>
            <a:tileRect/>
          </a:gra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1" i="0" u="none" strike="noStrike" cap="none">
              <a:solidFill>
                <a:schemeClr val="lt1"/>
              </a:solidFill>
              <a:latin typeface="Arial"/>
              <a:ea typeface="Arial"/>
              <a:cs typeface="Arial"/>
              <a:sym typeface="Arial"/>
            </a:endParaRPr>
          </a:p>
        </p:txBody>
      </p:sp>
      <p:sp>
        <p:nvSpPr>
          <p:cNvPr id="65" name="Google Shape;65;p12"/>
          <p:cNvSpPr txBox="1">
            <a:spLocks noGrp="1"/>
          </p:cNvSpPr>
          <p:nvPr>
            <p:ph type="title"/>
          </p:nvPr>
        </p:nvSpPr>
        <p:spPr>
          <a:xfrm>
            <a:off x="609600" y="1901141"/>
            <a:ext cx="10972800" cy="3342190"/>
          </a:xfrm>
          <a:prstGeom prst="rect">
            <a:avLst/>
          </a:prstGeom>
          <a:noFill/>
          <a:ln>
            <a:noFill/>
          </a:ln>
        </p:spPr>
        <p:txBody>
          <a:bodyPr spcFirstLastPara="1" wrap="square" lIns="365750" tIns="45700" rIns="365750" bIns="45700" anchor="t" anchorCtr="0">
            <a:noAutofit/>
          </a:bodyPr>
          <a:lstStyle>
            <a:lvl1pPr lvl="0" algn="l">
              <a:lnSpc>
                <a:spcPct val="100000"/>
              </a:lnSpc>
              <a:spcBef>
                <a:spcPts val="0"/>
              </a:spcBef>
              <a:spcAft>
                <a:spcPts val="0"/>
              </a:spcAft>
              <a:buClr>
                <a:schemeClr val="lt1"/>
              </a:buClr>
              <a:buSzPts val="6000"/>
              <a:buFont typeface="Arial"/>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6" name="Google Shape;66;p12"/>
          <p:cNvPicPr preferRelativeResize="0"/>
          <p:nvPr/>
        </p:nvPicPr>
        <p:blipFill rotWithShape="1">
          <a:blip r:embed="rId2">
            <a:alphaModFix/>
          </a:blip>
          <a:srcRect/>
          <a:stretch/>
        </p:blipFill>
        <p:spPr>
          <a:xfrm>
            <a:off x="992355" y="891230"/>
            <a:ext cx="3417599" cy="708970"/>
          </a:xfrm>
          <a:prstGeom prst="rect">
            <a:avLst/>
          </a:prstGeom>
          <a:noFill/>
          <a:ln>
            <a:noFill/>
          </a:ln>
        </p:spPr>
      </p:pic>
      <p:pic>
        <p:nvPicPr>
          <p:cNvPr id="67" name="Google Shape;67;p12"/>
          <p:cNvPicPr preferRelativeResize="0"/>
          <p:nvPr/>
        </p:nvPicPr>
        <p:blipFill rotWithShape="1">
          <a:blip r:embed="rId3">
            <a:alphaModFix/>
          </a:blip>
          <a:srcRect/>
          <a:stretch/>
        </p:blipFill>
        <p:spPr>
          <a:xfrm rot="-5400000">
            <a:off x="10152352" y="4923485"/>
            <a:ext cx="2313849" cy="924362"/>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68"/>
        <p:cNvGrpSpPr/>
        <p:nvPr/>
      </p:nvGrpSpPr>
      <p:grpSpPr>
        <a:xfrm>
          <a:off x="0" y="0"/>
          <a:ext cx="0" cy="0"/>
          <a:chOff x="0" y="0"/>
          <a:chExt cx="0" cy="0"/>
        </a:xfrm>
      </p:grpSpPr>
      <p:sp>
        <p:nvSpPr>
          <p:cNvPr id="69" name="Google Shape;69;p13"/>
          <p:cNvSpPr txBox="1">
            <a:spLocks noGrp="1"/>
          </p:cNvSpPr>
          <p:nvPr>
            <p:ph type="body" idx="1"/>
          </p:nvPr>
        </p:nvSpPr>
        <p:spPr>
          <a:xfrm>
            <a:off x="609600" y="1600200"/>
            <a:ext cx="5410200" cy="3314786"/>
          </a:xfrm>
          <a:prstGeom prst="rect">
            <a:avLst/>
          </a:prstGeom>
          <a:noFill/>
          <a:ln>
            <a:noFill/>
          </a:ln>
        </p:spPr>
        <p:txBody>
          <a:bodyPr spcFirstLastPara="1" wrap="square" lIns="365750" tIns="0" rIns="365750" bIns="457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3"/>
          <p:cNvSpPr txBox="1">
            <a:spLocks noGrp="1"/>
          </p:cNvSpPr>
          <p:nvPr>
            <p:ph type="body" idx="2"/>
          </p:nvPr>
        </p:nvSpPr>
        <p:spPr>
          <a:xfrm>
            <a:off x="6096000" y="1600200"/>
            <a:ext cx="5486400" cy="3314786"/>
          </a:xfrm>
          <a:prstGeom prst="rect">
            <a:avLst/>
          </a:prstGeom>
          <a:noFill/>
          <a:ln>
            <a:noFill/>
          </a:ln>
        </p:spPr>
        <p:txBody>
          <a:bodyPr spcFirstLastPara="1" wrap="square" lIns="365750" tIns="0" rIns="365750" bIns="457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3"/>
          <p:cNvSpPr txBox="1">
            <a:spLocks noGrp="1"/>
          </p:cNvSpPr>
          <p:nvPr>
            <p:ph type="ftr" idx="11"/>
          </p:nvPr>
        </p:nvSpPr>
        <p:spPr>
          <a:xfrm>
            <a:off x="1946790" y="6337361"/>
            <a:ext cx="10009857" cy="346472"/>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sz="1200">
                <a:solidFill>
                  <a:srgbClr val="C7C8C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3"/>
          <p:cNvSpPr txBox="1">
            <a:spLocks noGrp="1"/>
          </p:cNvSpPr>
          <p:nvPr>
            <p:ph type="title"/>
          </p:nvPr>
        </p:nvSpPr>
        <p:spPr>
          <a:xfrm>
            <a:off x="609600" y="627298"/>
            <a:ext cx="10515600" cy="652463"/>
          </a:xfrm>
          <a:prstGeom prst="rect">
            <a:avLst/>
          </a:prstGeom>
          <a:noFill/>
          <a:ln>
            <a:noFill/>
          </a:ln>
        </p:spPr>
        <p:txBody>
          <a:bodyPr spcFirstLastPara="1" wrap="square" lIns="365750" tIns="45700" rIns="365750" bIns="45700" anchor="t" anchorCtr="0">
            <a:noAutofit/>
          </a:bodyPr>
          <a:lstStyle>
            <a:lvl1pPr lvl="0" algn="l">
              <a:lnSpc>
                <a:spcPct val="90000"/>
              </a:lnSpc>
              <a:spcBef>
                <a:spcPts val="0"/>
              </a:spcBef>
              <a:spcAft>
                <a:spcPts val="0"/>
              </a:spcAft>
              <a:buClr>
                <a:srgbClr val="861C33"/>
              </a:buClr>
              <a:buSzPts val="3400"/>
              <a:buFont typeface="Arial"/>
              <a:buNone/>
              <a:defRPr>
                <a:solidFill>
                  <a:srgbClr val="861C3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73"/>
        <p:cNvGrpSpPr/>
        <p:nvPr/>
      </p:nvGrpSpPr>
      <p:grpSpPr>
        <a:xfrm>
          <a:off x="0" y="0"/>
          <a:ext cx="0" cy="0"/>
          <a:chOff x="0" y="0"/>
          <a:chExt cx="0" cy="0"/>
        </a:xfrm>
      </p:grpSpPr>
      <p:sp>
        <p:nvSpPr>
          <p:cNvPr id="74" name="Google Shape;74;p14"/>
          <p:cNvSpPr txBox="1">
            <a:spLocks noGrp="1"/>
          </p:cNvSpPr>
          <p:nvPr>
            <p:ph type="title"/>
          </p:nvPr>
        </p:nvSpPr>
        <p:spPr>
          <a:xfrm>
            <a:off x="609600" y="627298"/>
            <a:ext cx="10515600" cy="652463"/>
          </a:xfrm>
          <a:prstGeom prst="rect">
            <a:avLst/>
          </a:prstGeom>
          <a:noFill/>
          <a:ln>
            <a:noFill/>
          </a:ln>
        </p:spPr>
        <p:txBody>
          <a:bodyPr spcFirstLastPara="1" wrap="square" lIns="365750" tIns="45700" rIns="365750" bIns="45700" anchor="t" anchorCtr="0">
            <a:noAutofit/>
          </a:bodyPr>
          <a:lstStyle>
            <a:lvl1pPr lvl="0" algn="l">
              <a:lnSpc>
                <a:spcPct val="90000"/>
              </a:lnSpc>
              <a:spcBef>
                <a:spcPts val="0"/>
              </a:spcBef>
              <a:spcAft>
                <a:spcPts val="0"/>
              </a:spcAft>
              <a:buClr>
                <a:srgbClr val="861C33"/>
              </a:buClr>
              <a:buSzPts val="3400"/>
              <a:buFont typeface="Arial"/>
              <a:buNone/>
              <a:defRPr>
                <a:solidFill>
                  <a:srgbClr val="861C3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4"/>
          <p:cNvSpPr txBox="1">
            <a:spLocks noGrp="1"/>
          </p:cNvSpPr>
          <p:nvPr>
            <p:ph type="body" idx="1"/>
          </p:nvPr>
        </p:nvSpPr>
        <p:spPr>
          <a:xfrm>
            <a:off x="609599" y="1620203"/>
            <a:ext cx="5157787" cy="689917"/>
          </a:xfrm>
          <a:prstGeom prst="rect">
            <a:avLst/>
          </a:prstGeom>
          <a:noFill/>
          <a:ln>
            <a:noFill/>
          </a:ln>
        </p:spPr>
        <p:txBody>
          <a:bodyPr spcFirstLastPara="1" wrap="square" lIns="365750" tIns="0" rIns="365750" bIns="45700" anchor="t" anchorCtr="0">
            <a:noAutofit/>
          </a:bodyPr>
          <a:lstStyle>
            <a:lvl1pPr marL="457200" lvl="0" indent="-228600" algn="l">
              <a:lnSpc>
                <a:spcPct val="100000"/>
              </a:lnSpc>
              <a:spcBef>
                <a:spcPts val="600"/>
              </a:spcBef>
              <a:spcAft>
                <a:spcPts val="0"/>
              </a:spcAft>
              <a:buClr>
                <a:schemeClr val="dk1"/>
              </a:buClr>
              <a:buSzPts val="2400"/>
              <a:buNone/>
              <a:defRPr sz="2400" b="1"/>
            </a:lvl1pPr>
            <a:lvl2pPr marL="914400" lvl="1" indent="-228600" algn="l">
              <a:lnSpc>
                <a:spcPct val="100000"/>
              </a:lnSpc>
              <a:spcBef>
                <a:spcPts val="600"/>
              </a:spcBef>
              <a:spcAft>
                <a:spcPts val="0"/>
              </a:spcAft>
              <a:buClr>
                <a:schemeClr val="dk1"/>
              </a:buClr>
              <a:buSzPts val="2000"/>
              <a:buNone/>
              <a:defRPr sz="2000" b="1"/>
            </a:lvl2pPr>
            <a:lvl3pPr marL="1371600" lvl="2" indent="-228600" algn="l">
              <a:lnSpc>
                <a:spcPct val="100000"/>
              </a:lnSpc>
              <a:spcBef>
                <a:spcPts val="600"/>
              </a:spcBef>
              <a:spcAft>
                <a:spcPts val="0"/>
              </a:spcAft>
              <a:buClr>
                <a:schemeClr val="dk1"/>
              </a:buClr>
              <a:buSzPts val="1800"/>
              <a:buNone/>
              <a:defRPr sz="1800" b="1"/>
            </a:lvl3pPr>
            <a:lvl4pPr marL="1828800" lvl="3" indent="-228600" algn="l">
              <a:lnSpc>
                <a:spcPct val="100000"/>
              </a:lnSpc>
              <a:spcBef>
                <a:spcPts val="6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6" name="Google Shape;76;p14"/>
          <p:cNvSpPr txBox="1">
            <a:spLocks noGrp="1"/>
          </p:cNvSpPr>
          <p:nvPr>
            <p:ph type="body" idx="2"/>
          </p:nvPr>
        </p:nvSpPr>
        <p:spPr>
          <a:xfrm>
            <a:off x="609600" y="2260249"/>
            <a:ext cx="5157787" cy="3593288"/>
          </a:xfrm>
          <a:prstGeom prst="rect">
            <a:avLst/>
          </a:prstGeom>
          <a:noFill/>
          <a:ln>
            <a:noFill/>
          </a:ln>
        </p:spPr>
        <p:txBody>
          <a:bodyPr spcFirstLastPara="1" wrap="square" lIns="365750" tIns="0" rIns="365750" bIns="457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4"/>
          <p:cNvSpPr txBox="1">
            <a:spLocks noGrp="1"/>
          </p:cNvSpPr>
          <p:nvPr>
            <p:ph type="body" idx="3"/>
          </p:nvPr>
        </p:nvSpPr>
        <p:spPr>
          <a:xfrm>
            <a:off x="6114535" y="1620203"/>
            <a:ext cx="5183188" cy="689917"/>
          </a:xfrm>
          <a:prstGeom prst="rect">
            <a:avLst/>
          </a:prstGeom>
          <a:noFill/>
          <a:ln>
            <a:noFill/>
          </a:ln>
        </p:spPr>
        <p:txBody>
          <a:bodyPr spcFirstLastPara="1" wrap="square" lIns="365750" tIns="0" rIns="365750" bIns="45700" anchor="t" anchorCtr="0">
            <a:noAutofit/>
          </a:bodyPr>
          <a:lstStyle>
            <a:lvl1pPr marL="457200" lvl="0" indent="-228600" algn="l">
              <a:lnSpc>
                <a:spcPct val="100000"/>
              </a:lnSpc>
              <a:spcBef>
                <a:spcPts val="600"/>
              </a:spcBef>
              <a:spcAft>
                <a:spcPts val="0"/>
              </a:spcAft>
              <a:buClr>
                <a:schemeClr val="dk1"/>
              </a:buClr>
              <a:buSzPts val="2400"/>
              <a:buNone/>
              <a:defRPr sz="2400" b="1"/>
            </a:lvl1pPr>
            <a:lvl2pPr marL="914400" lvl="1" indent="-228600" algn="l">
              <a:lnSpc>
                <a:spcPct val="100000"/>
              </a:lnSpc>
              <a:spcBef>
                <a:spcPts val="600"/>
              </a:spcBef>
              <a:spcAft>
                <a:spcPts val="0"/>
              </a:spcAft>
              <a:buClr>
                <a:schemeClr val="dk1"/>
              </a:buClr>
              <a:buSzPts val="2000"/>
              <a:buNone/>
              <a:defRPr sz="2000" b="1"/>
            </a:lvl2pPr>
            <a:lvl3pPr marL="1371600" lvl="2" indent="-228600" algn="l">
              <a:lnSpc>
                <a:spcPct val="100000"/>
              </a:lnSpc>
              <a:spcBef>
                <a:spcPts val="600"/>
              </a:spcBef>
              <a:spcAft>
                <a:spcPts val="0"/>
              </a:spcAft>
              <a:buClr>
                <a:schemeClr val="dk1"/>
              </a:buClr>
              <a:buSzPts val="1800"/>
              <a:buNone/>
              <a:defRPr sz="1800" b="1"/>
            </a:lvl3pPr>
            <a:lvl4pPr marL="1828800" lvl="3" indent="-228600" algn="l">
              <a:lnSpc>
                <a:spcPct val="100000"/>
              </a:lnSpc>
              <a:spcBef>
                <a:spcPts val="6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8" name="Google Shape;78;p14"/>
          <p:cNvSpPr txBox="1">
            <a:spLocks noGrp="1"/>
          </p:cNvSpPr>
          <p:nvPr>
            <p:ph type="body" idx="4"/>
          </p:nvPr>
        </p:nvSpPr>
        <p:spPr>
          <a:xfrm>
            <a:off x="6096000" y="2254659"/>
            <a:ext cx="5183188" cy="3610452"/>
          </a:xfrm>
          <a:prstGeom prst="rect">
            <a:avLst/>
          </a:prstGeom>
          <a:noFill/>
          <a:ln>
            <a:noFill/>
          </a:ln>
        </p:spPr>
        <p:txBody>
          <a:bodyPr spcFirstLastPara="1" wrap="square" lIns="365750" tIns="0" rIns="365750" bIns="457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14"/>
          <p:cNvSpPr txBox="1">
            <a:spLocks noGrp="1"/>
          </p:cNvSpPr>
          <p:nvPr>
            <p:ph type="ftr" idx="11"/>
          </p:nvPr>
        </p:nvSpPr>
        <p:spPr>
          <a:xfrm>
            <a:off x="1946790" y="6337361"/>
            <a:ext cx="10009857" cy="346472"/>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sz="1200">
                <a:solidFill>
                  <a:srgbClr val="C7C8C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Comparison">
  <p:cSld name="1_Comparison">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609600" y="627298"/>
            <a:ext cx="10515600" cy="652463"/>
          </a:xfrm>
          <a:prstGeom prst="rect">
            <a:avLst/>
          </a:prstGeom>
          <a:noFill/>
          <a:ln>
            <a:noFill/>
          </a:ln>
        </p:spPr>
        <p:txBody>
          <a:bodyPr spcFirstLastPara="1" wrap="square" lIns="365750" tIns="45700" rIns="365750" bIns="45700" anchor="t" anchorCtr="0">
            <a:noAutofit/>
          </a:bodyPr>
          <a:lstStyle>
            <a:lvl1pPr lvl="0" algn="l">
              <a:lnSpc>
                <a:spcPct val="90000"/>
              </a:lnSpc>
              <a:spcBef>
                <a:spcPts val="0"/>
              </a:spcBef>
              <a:spcAft>
                <a:spcPts val="0"/>
              </a:spcAft>
              <a:buClr>
                <a:srgbClr val="861C33"/>
              </a:buClr>
              <a:buSzPts val="3400"/>
              <a:buFont typeface="Arial"/>
              <a:buNone/>
              <a:defRPr>
                <a:solidFill>
                  <a:srgbClr val="861C3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5"/>
          <p:cNvSpPr txBox="1">
            <a:spLocks noGrp="1"/>
          </p:cNvSpPr>
          <p:nvPr>
            <p:ph type="body" idx="1"/>
          </p:nvPr>
        </p:nvSpPr>
        <p:spPr>
          <a:xfrm>
            <a:off x="597454" y="1337926"/>
            <a:ext cx="5157787" cy="412749"/>
          </a:xfrm>
          <a:prstGeom prst="rect">
            <a:avLst/>
          </a:prstGeom>
          <a:noFill/>
          <a:ln>
            <a:noFill/>
          </a:ln>
        </p:spPr>
        <p:txBody>
          <a:bodyPr spcFirstLastPara="1" wrap="square" lIns="365750" tIns="0" rIns="365750" bIns="0" anchor="t" anchorCtr="0">
            <a:noAutofit/>
          </a:bodyPr>
          <a:lstStyle>
            <a:lvl1pPr marL="457200" lvl="0" indent="-228600" algn="l">
              <a:lnSpc>
                <a:spcPct val="100000"/>
              </a:lnSpc>
              <a:spcBef>
                <a:spcPts val="600"/>
              </a:spcBef>
              <a:spcAft>
                <a:spcPts val="0"/>
              </a:spcAft>
              <a:buClr>
                <a:schemeClr val="dk1"/>
              </a:buClr>
              <a:buSzPts val="1500"/>
              <a:buNone/>
              <a:defRPr sz="1500" b="1"/>
            </a:lvl1pPr>
            <a:lvl2pPr marL="914400" lvl="1" indent="-228600" algn="l">
              <a:lnSpc>
                <a:spcPct val="100000"/>
              </a:lnSpc>
              <a:spcBef>
                <a:spcPts val="600"/>
              </a:spcBef>
              <a:spcAft>
                <a:spcPts val="0"/>
              </a:spcAft>
              <a:buClr>
                <a:schemeClr val="dk1"/>
              </a:buClr>
              <a:buSzPts val="2000"/>
              <a:buNone/>
              <a:defRPr sz="2000" b="1"/>
            </a:lvl2pPr>
            <a:lvl3pPr marL="1371600" lvl="2" indent="-228600" algn="l">
              <a:lnSpc>
                <a:spcPct val="100000"/>
              </a:lnSpc>
              <a:spcBef>
                <a:spcPts val="600"/>
              </a:spcBef>
              <a:spcAft>
                <a:spcPts val="0"/>
              </a:spcAft>
              <a:buClr>
                <a:schemeClr val="dk1"/>
              </a:buClr>
              <a:buSzPts val="1800"/>
              <a:buNone/>
              <a:defRPr sz="1800" b="1"/>
            </a:lvl3pPr>
            <a:lvl4pPr marL="1828800" lvl="3" indent="-228600" algn="l">
              <a:lnSpc>
                <a:spcPct val="100000"/>
              </a:lnSpc>
              <a:spcBef>
                <a:spcPts val="6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3" name="Google Shape;83;p15"/>
          <p:cNvSpPr txBox="1">
            <a:spLocks noGrp="1"/>
          </p:cNvSpPr>
          <p:nvPr>
            <p:ph type="body" idx="2"/>
          </p:nvPr>
        </p:nvSpPr>
        <p:spPr>
          <a:xfrm>
            <a:off x="597455" y="2063508"/>
            <a:ext cx="5157787" cy="1873492"/>
          </a:xfrm>
          <a:prstGeom prst="rect">
            <a:avLst/>
          </a:prstGeom>
          <a:noFill/>
          <a:ln>
            <a:noFill/>
          </a:ln>
        </p:spPr>
        <p:txBody>
          <a:bodyPr spcFirstLastPara="1" wrap="square" lIns="365750" tIns="0" rIns="365750" bIns="45700" anchor="t" anchorCtr="0">
            <a:noAutofit/>
          </a:bodyPr>
          <a:lstStyle>
            <a:lvl1pPr marL="457200" lvl="0" indent="-228600" algn="l">
              <a:lnSpc>
                <a:spcPct val="100000"/>
              </a:lnSpc>
              <a:spcBef>
                <a:spcPts val="600"/>
              </a:spcBef>
              <a:spcAft>
                <a:spcPts val="0"/>
              </a:spcAft>
              <a:buClr>
                <a:schemeClr val="dk1"/>
              </a:buClr>
              <a:buSzPts val="1500"/>
              <a:buFont typeface="Arial"/>
              <a:buNone/>
              <a:defRPr sz="1500" b="0"/>
            </a:lvl1pPr>
            <a:lvl2pPr marL="914400" lvl="1" indent="-228600" algn="l">
              <a:lnSpc>
                <a:spcPct val="100000"/>
              </a:lnSpc>
              <a:spcBef>
                <a:spcPts val="600"/>
              </a:spcBef>
              <a:spcAft>
                <a:spcPts val="0"/>
              </a:spcAft>
              <a:buClr>
                <a:schemeClr val="dk1"/>
              </a:buClr>
              <a:buSzPts val="1800"/>
              <a:buFont typeface="Arial"/>
              <a:buNone/>
              <a:defRPr/>
            </a:lvl2pPr>
            <a:lvl3pPr marL="1371600" lvl="2" indent="-228600" algn="l">
              <a:lnSpc>
                <a:spcPct val="100000"/>
              </a:lnSpc>
              <a:spcBef>
                <a:spcPts val="600"/>
              </a:spcBef>
              <a:spcAft>
                <a:spcPts val="0"/>
              </a:spcAft>
              <a:buClr>
                <a:schemeClr val="dk1"/>
              </a:buClr>
              <a:buSzPts val="1200"/>
              <a:buFont typeface="Arial"/>
              <a:buNone/>
              <a:defRPr/>
            </a:lvl3pPr>
            <a:lvl4pPr marL="1828800" lvl="3" indent="-228600" algn="l">
              <a:lnSpc>
                <a:spcPct val="100000"/>
              </a:lnSpc>
              <a:spcBef>
                <a:spcPts val="600"/>
              </a:spcBef>
              <a:spcAft>
                <a:spcPts val="0"/>
              </a:spcAft>
              <a:buClr>
                <a:schemeClr val="dk1"/>
              </a:buClr>
              <a:buSzPts val="1200"/>
              <a:buFont typeface="Arial"/>
              <a:buNone/>
              <a:defRPr/>
            </a:lvl4pPr>
            <a:lvl5pPr marL="2286000" lvl="4" indent="-228600" algn="l">
              <a:lnSpc>
                <a:spcPct val="100000"/>
              </a:lnSpc>
              <a:spcBef>
                <a:spcPts val="600"/>
              </a:spcBef>
              <a:spcAft>
                <a:spcPts val="0"/>
              </a:spcAft>
              <a:buClr>
                <a:schemeClr val="dk1"/>
              </a:buClr>
              <a:buSzPts val="12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5"/>
          <p:cNvSpPr txBox="1">
            <a:spLocks noGrp="1"/>
          </p:cNvSpPr>
          <p:nvPr>
            <p:ph type="body" idx="3"/>
          </p:nvPr>
        </p:nvSpPr>
        <p:spPr>
          <a:xfrm>
            <a:off x="6102390" y="1337926"/>
            <a:ext cx="5183188" cy="412749"/>
          </a:xfrm>
          <a:prstGeom prst="rect">
            <a:avLst/>
          </a:prstGeom>
          <a:noFill/>
          <a:ln>
            <a:noFill/>
          </a:ln>
        </p:spPr>
        <p:txBody>
          <a:bodyPr spcFirstLastPara="1" wrap="square" lIns="731500" tIns="0" rIns="365750" bIns="0" anchor="t" anchorCtr="0">
            <a:noAutofit/>
          </a:bodyPr>
          <a:lstStyle>
            <a:lvl1pPr marL="457200" lvl="0" indent="-228600" algn="l">
              <a:lnSpc>
                <a:spcPct val="100000"/>
              </a:lnSpc>
              <a:spcBef>
                <a:spcPts val="600"/>
              </a:spcBef>
              <a:spcAft>
                <a:spcPts val="0"/>
              </a:spcAft>
              <a:buClr>
                <a:schemeClr val="dk1"/>
              </a:buClr>
              <a:buSzPts val="1500"/>
              <a:buFont typeface="Arial"/>
              <a:buNone/>
              <a:defRPr sz="1500" b="1"/>
            </a:lvl1pPr>
            <a:lvl2pPr marL="914400" lvl="1" indent="-228600" algn="l">
              <a:lnSpc>
                <a:spcPct val="100000"/>
              </a:lnSpc>
              <a:spcBef>
                <a:spcPts val="600"/>
              </a:spcBef>
              <a:spcAft>
                <a:spcPts val="0"/>
              </a:spcAft>
              <a:buClr>
                <a:schemeClr val="dk1"/>
              </a:buClr>
              <a:buSzPts val="2000"/>
              <a:buNone/>
              <a:defRPr sz="2000" b="1"/>
            </a:lvl2pPr>
            <a:lvl3pPr marL="1371600" lvl="2" indent="-228600" algn="l">
              <a:lnSpc>
                <a:spcPct val="100000"/>
              </a:lnSpc>
              <a:spcBef>
                <a:spcPts val="600"/>
              </a:spcBef>
              <a:spcAft>
                <a:spcPts val="0"/>
              </a:spcAft>
              <a:buClr>
                <a:schemeClr val="dk1"/>
              </a:buClr>
              <a:buSzPts val="1800"/>
              <a:buNone/>
              <a:defRPr sz="1800" b="1"/>
            </a:lvl3pPr>
            <a:lvl4pPr marL="1828800" lvl="3" indent="-228600" algn="l">
              <a:lnSpc>
                <a:spcPct val="100000"/>
              </a:lnSpc>
              <a:spcBef>
                <a:spcPts val="600"/>
              </a:spcBef>
              <a:spcAft>
                <a:spcPts val="0"/>
              </a:spcAft>
              <a:buClr>
                <a:schemeClr val="dk1"/>
              </a:buClr>
              <a:buSzPts val="1600"/>
              <a:buNone/>
              <a:defRPr sz="1600" b="1"/>
            </a:lvl4pPr>
            <a:lvl5pPr marL="2286000" lvl="4" indent="-228600" algn="l">
              <a:lnSpc>
                <a:spcPct val="100000"/>
              </a:lnSpc>
              <a:spcBef>
                <a:spcPts val="6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5" name="Google Shape;85;p15"/>
          <p:cNvSpPr txBox="1">
            <a:spLocks noGrp="1"/>
          </p:cNvSpPr>
          <p:nvPr>
            <p:ph type="body" idx="4"/>
          </p:nvPr>
        </p:nvSpPr>
        <p:spPr>
          <a:xfrm>
            <a:off x="6096000" y="2063508"/>
            <a:ext cx="5183188" cy="1873492"/>
          </a:xfrm>
          <a:prstGeom prst="rect">
            <a:avLst/>
          </a:prstGeom>
          <a:noFill/>
          <a:ln>
            <a:noFill/>
          </a:ln>
        </p:spPr>
        <p:txBody>
          <a:bodyPr spcFirstLastPara="1" wrap="square" lIns="731500" tIns="0" rIns="365750" bIns="45700" anchor="t" anchorCtr="0">
            <a:noAutofit/>
          </a:bodyPr>
          <a:lstStyle>
            <a:lvl1pPr marL="457200" lvl="0" indent="-228600" algn="l">
              <a:lnSpc>
                <a:spcPct val="100000"/>
              </a:lnSpc>
              <a:spcBef>
                <a:spcPts val="600"/>
              </a:spcBef>
              <a:spcAft>
                <a:spcPts val="0"/>
              </a:spcAft>
              <a:buClr>
                <a:schemeClr val="dk1"/>
              </a:buClr>
              <a:buSzPts val="1500"/>
              <a:buFont typeface="Arial"/>
              <a:buNone/>
              <a:defRPr sz="1500" b="0"/>
            </a:lvl1pPr>
            <a:lvl2pPr marL="914400" lvl="1" indent="-228600" algn="l">
              <a:lnSpc>
                <a:spcPct val="100000"/>
              </a:lnSpc>
              <a:spcBef>
                <a:spcPts val="600"/>
              </a:spcBef>
              <a:spcAft>
                <a:spcPts val="0"/>
              </a:spcAft>
              <a:buClr>
                <a:schemeClr val="dk1"/>
              </a:buClr>
              <a:buSzPts val="1800"/>
              <a:buFont typeface="Arial"/>
              <a:buNone/>
              <a:defRPr/>
            </a:lvl2pPr>
            <a:lvl3pPr marL="1371600" lvl="2" indent="-228600" algn="l">
              <a:lnSpc>
                <a:spcPct val="100000"/>
              </a:lnSpc>
              <a:spcBef>
                <a:spcPts val="600"/>
              </a:spcBef>
              <a:spcAft>
                <a:spcPts val="0"/>
              </a:spcAft>
              <a:buClr>
                <a:schemeClr val="dk1"/>
              </a:buClr>
              <a:buSzPts val="1200"/>
              <a:buFont typeface="Arial"/>
              <a:buNone/>
              <a:defRPr/>
            </a:lvl3pPr>
            <a:lvl4pPr marL="1828800" lvl="3" indent="-228600" algn="l">
              <a:lnSpc>
                <a:spcPct val="100000"/>
              </a:lnSpc>
              <a:spcBef>
                <a:spcPts val="600"/>
              </a:spcBef>
              <a:spcAft>
                <a:spcPts val="0"/>
              </a:spcAft>
              <a:buClr>
                <a:schemeClr val="dk1"/>
              </a:buClr>
              <a:buSzPts val="1200"/>
              <a:buFont typeface="Arial"/>
              <a:buNone/>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86" name="Google Shape;86;p15"/>
          <p:cNvCxnSpPr/>
          <p:nvPr/>
        </p:nvCxnSpPr>
        <p:spPr>
          <a:xfrm rot="10800000">
            <a:off x="6090247" y="1345077"/>
            <a:ext cx="5753" cy="4278083"/>
          </a:xfrm>
          <a:prstGeom prst="straightConnector1">
            <a:avLst/>
          </a:prstGeom>
          <a:noFill/>
          <a:ln w="19050" cap="flat" cmpd="sng">
            <a:solidFill>
              <a:srgbClr val="C9C1A3"/>
            </a:solidFill>
            <a:prstDash val="solid"/>
            <a:miter lim="800000"/>
            <a:headEnd type="none" w="sm" len="sm"/>
            <a:tailEnd type="none" w="sm" len="sm"/>
          </a:ln>
        </p:spPr>
      </p:cxnSp>
      <p:sp>
        <p:nvSpPr>
          <p:cNvPr id="87" name="Google Shape;87;p15"/>
          <p:cNvSpPr txBox="1">
            <a:spLocks noGrp="1"/>
          </p:cNvSpPr>
          <p:nvPr>
            <p:ph type="ftr" idx="11"/>
          </p:nvPr>
        </p:nvSpPr>
        <p:spPr>
          <a:xfrm>
            <a:off x="1946790" y="6337361"/>
            <a:ext cx="10009857" cy="346472"/>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sz="1200">
                <a:solidFill>
                  <a:srgbClr val="C7C8C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8"/>
        <p:cNvGrpSpPr/>
        <p:nvPr/>
      </p:nvGrpSpPr>
      <p:grpSpPr>
        <a:xfrm>
          <a:off x="0" y="0"/>
          <a:ext cx="0" cy="0"/>
          <a:chOff x="0" y="0"/>
          <a:chExt cx="0" cy="0"/>
        </a:xfrm>
      </p:grpSpPr>
      <p:sp>
        <p:nvSpPr>
          <p:cNvPr id="89" name="Google Shape;89;p16"/>
          <p:cNvSpPr txBox="1">
            <a:spLocks noGrp="1"/>
          </p:cNvSpPr>
          <p:nvPr>
            <p:ph type="ftr" idx="11"/>
          </p:nvPr>
        </p:nvSpPr>
        <p:spPr>
          <a:xfrm>
            <a:off x="1946790" y="6337361"/>
            <a:ext cx="10009857" cy="346472"/>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sz="1200">
                <a:solidFill>
                  <a:srgbClr val="C7C8C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90"/>
        <p:cNvGrpSpPr/>
        <p:nvPr/>
      </p:nvGrpSpPr>
      <p:grpSpPr>
        <a:xfrm>
          <a:off x="0" y="0"/>
          <a:ext cx="0" cy="0"/>
          <a:chOff x="0" y="0"/>
          <a:chExt cx="0" cy="0"/>
        </a:xfrm>
      </p:grpSpPr>
      <p:sp>
        <p:nvSpPr>
          <p:cNvPr id="91" name="Google Shape;91;p17"/>
          <p:cNvSpPr txBox="1">
            <a:spLocks noGrp="1"/>
          </p:cNvSpPr>
          <p:nvPr>
            <p:ph type="body" idx="1"/>
          </p:nvPr>
        </p:nvSpPr>
        <p:spPr>
          <a:xfrm>
            <a:off x="6096000" y="1600200"/>
            <a:ext cx="5486400" cy="2386914"/>
          </a:xfrm>
          <a:prstGeom prst="rect">
            <a:avLst/>
          </a:prstGeom>
          <a:noFill/>
          <a:ln>
            <a:noFill/>
          </a:ln>
        </p:spPr>
        <p:txBody>
          <a:bodyPr spcFirstLastPara="1" wrap="square" lIns="365750" tIns="0" rIns="365750" bIns="45700" anchor="t" anchorCtr="0">
            <a:noAutofit/>
          </a:bodyPr>
          <a:lstStyle>
            <a:lvl1pPr marL="457200" lvl="0" indent="-431800" algn="l">
              <a:lnSpc>
                <a:spcPct val="100000"/>
              </a:lnSpc>
              <a:spcBef>
                <a:spcPts val="600"/>
              </a:spcBef>
              <a:spcAft>
                <a:spcPts val="0"/>
              </a:spcAft>
              <a:buClr>
                <a:schemeClr val="dk1"/>
              </a:buClr>
              <a:buSzPts val="3200"/>
              <a:buChar char="•"/>
              <a:defRPr sz="3200"/>
            </a:lvl1pPr>
            <a:lvl2pPr marL="914400" lvl="1" indent="-406400" algn="l">
              <a:lnSpc>
                <a:spcPct val="100000"/>
              </a:lnSpc>
              <a:spcBef>
                <a:spcPts val="600"/>
              </a:spcBef>
              <a:spcAft>
                <a:spcPts val="0"/>
              </a:spcAft>
              <a:buClr>
                <a:schemeClr val="dk1"/>
              </a:buClr>
              <a:buSzPts val="2800"/>
              <a:buChar char="•"/>
              <a:defRPr sz="2800"/>
            </a:lvl2pPr>
            <a:lvl3pPr marL="1371600" lvl="2" indent="-381000" algn="l">
              <a:lnSpc>
                <a:spcPct val="100000"/>
              </a:lnSpc>
              <a:spcBef>
                <a:spcPts val="600"/>
              </a:spcBef>
              <a:spcAft>
                <a:spcPts val="0"/>
              </a:spcAft>
              <a:buClr>
                <a:schemeClr val="dk1"/>
              </a:buClr>
              <a:buSzPts val="2400"/>
              <a:buChar char="•"/>
              <a:defRPr sz="2400"/>
            </a:lvl3pPr>
            <a:lvl4pPr marL="1828800" lvl="3" indent="-355600" algn="l">
              <a:lnSpc>
                <a:spcPct val="100000"/>
              </a:lnSpc>
              <a:spcBef>
                <a:spcPts val="600"/>
              </a:spcBef>
              <a:spcAft>
                <a:spcPts val="0"/>
              </a:spcAft>
              <a:buClr>
                <a:schemeClr val="dk1"/>
              </a:buClr>
              <a:buSzPts val="2000"/>
              <a:buChar char="•"/>
              <a:defRPr sz="2000"/>
            </a:lvl4pPr>
            <a:lvl5pPr marL="2286000" lvl="4" indent="-355600" algn="l">
              <a:lnSpc>
                <a:spcPct val="100000"/>
              </a:lnSpc>
              <a:spcBef>
                <a:spcPts val="6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2" name="Google Shape;92;p17"/>
          <p:cNvSpPr txBox="1">
            <a:spLocks noGrp="1"/>
          </p:cNvSpPr>
          <p:nvPr>
            <p:ph type="body" idx="2"/>
          </p:nvPr>
        </p:nvSpPr>
        <p:spPr>
          <a:xfrm>
            <a:off x="609599" y="1600200"/>
            <a:ext cx="3932237" cy="1638385"/>
          </a:xfrm>
          <a:prstGeom prst="rect">
            <a:avLst/>
          </a:prstGeom>
          <a:noFill/>
          <a:ln>
            <a:noFill/>
          </a:ln>
        </p:spPr>
        <p:txBody>
          <a:bodyPr spcFirstLastPara="1" wrap="square" lIns="365750" tIns="0" rIns="365750" bIns="45700" anchor="t" anchorCtr="0">
            <a:noAutofit/>
          </a:bodyPr>
          <a:lstStyle>
            <a:lvl1pPr marL="457200" lvl="0" indent="-228600" algn="l">
              <a:lnSpc>
                <a:spcPct val="100000"/>
              </a:lnSpc>
              <a:spcBef>
                <a:spcPts val="600"/>
              </a:spcBef>
              <a:spcAft>
                <a:spcPts val="0"/>
              </a:spcAft>
              <a:buClr>
                <a:schemeClr val="dk1"/>
              </a:buClr>
              <a:buSzPts val="1500"/>
              <a:buNone/>
              <a:defRPr sz="1500"/>
            </a:lvl1pPr>
            <a:lvl2pPr marL="914400" lvl="1" indent="-228600" algn="l">
              <a:lnSpc>
                <a:spcPct val="100000"/>
              </a:lnSpc>
              <a:spcBef>
                <a:spcPts val="600"/>
              </a:spcBef>
              <a:spcAft>
                <a:spcPts val="0"/>
              </a:spcAft>
              <a:buClr>
                <a:schemeClr val="dk1"/>
              </a:buClr>
              <a:buSzPts val="1400"/>
              <a:buNone/>
              <a:defRPr sz="1400"/>
            </a:lvl2pPr>
            <a:lvl3pPr marL="1371600" lvl="2" indent="-228600" algn="l">
              <a:lnSpc>
                <a:spcPct val="100000"/>
              </a:lnSpc>
              <a:spcBef>
                <a:spcPts val="600"/>
              </a:spcBef>
              <a:spcAft>
                <a:spcPts val="0"/>
              </a:spcAft>
              <a:buClr>
                <a:schemeClr val="dk1"/>
              </a:buClr>
              <a:buSzPts val="1200"/>
              <a:buNone/>
              <a:defRPr sz="1200"/>
            </a:lvl3pPr>
            <a:lvl4pPr marL="1828800" lvl="3" indent="-228600" algn="l">
              <a:lnSpc>
                <a:spcPct val="100000"/>
              </a:lnSpc>
              <a:spcBef>
                <a:spcPts val="600"/>
              </a:spcBef>
              <a:spcAft>
                <a:spcPts val="0"/>
              </a:spcAft>
              <a:buClr>
                <a:schemeClr val="dk1"/>
              </a:buClr>
              <a:buSzPts val="1000"/>
              <a:buNone/>
              <a:defRPr sz="1000"/>
            </a:lvl4pPr>
            <a:lvl5pPr marL="2286000" lvl="4" indent="-228600" algn="l">
              <a:lnSpc>
                <a:spcPct val="100000"/>
              </a:lnSpc>
              <a:spcBef>
                <a:spcPts val="6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3" name="Google Shape;93;p17"/>
          <p:cNvSpPr txBox="1">
            <a:spLocks noGrp="1"/>
          </p:cNvSpPr>
          <p:nvPr>
            <p:ph type="ftr" idx="11"/>
          </p:nvPr>
        </p:nvSpPr>
        <p:spPr>
          <a:xfrm>
            <a:off x="1946790" y="6337361"/>
            <a:ext cx="10009857" cy="346472"/>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sz="1200">
                <a:solidFill>
                  <a:srgbClr val="C7C8C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7"/>
          <p:cNvSpPr txBox="1"/>
          <p:nvPr/>
        </p:nvSpPr>
        <p:spPr>
          <a:xfrm>
            <a:off x="609600" y="627747"/>
            <a:ext cx="10972800" cy="590268"/>
          </a:xfrm>
          <a:prstGeom prst="rect">
            <a:avLst/>
          </a:prstGeom>
          <a:noFill/>
          <a:ln>
            <a:noFill/>
          </a:ln>
        </p:spPr>
        <p:txBody>
          <a:bodyPr spcFirstLastPara="1" wrap="square" lIns="365750" tIns="45700" rIns="365750" bIns="45700" anchor="t" anchorCtr="0">
            <a:noAutofit/>
          </a:bodyPr>
          <a:lstStyle/>
          <a:p>
            <a:pPr marL="0" marR="0" lvl="0" indent="0" algn="l" rtl="0">
              <a:lnSpc>
                <a:spcPct val="90000"/>
              </a:lnSpc>
              <a:spcBef>
                <a:spcPts val="0"/>
              </a:spcBef>
              <a:spcAft>
                <a:spcPts val="0"/>
              </a:spcAft>
              <a:buClr>
                <a:srgbClr val="862633"/>
              </a:buClr>
              <a:buSzPts val="3400"/>
              <a:buFont typeface="Arial"/>
              <a:buNone/>
            </a:pPr>
            <a:r>
              <a:rPr lang="en-US" sz="3400" b="1" i="0" u="none" strike="noStrike" cap="none">
                <a:solidFill>
                  <a:srgbClr val="862633"/>
                </a:solidFill>
                <a:latin typeface="Arial"/>
                <a:ea typeface="Arial"/>
                <a:cs typeface="Arial"/>
                <a:sym typeface="Arial"/>
              </a:rPr>
              <a:t>CLICK TO EDIT MASTER TITLE STYLE</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95"/>
        <p:cNvGrpSpPr/>
        <p:nvPr/>
      </p:nvGrpSpPr>
      <p:grpSpPr>
        <a:xfrm>
          <a:off x="0" y="0"/>
          <a:ext cx="0" cy="0"/>
          <a:chOff x="0" y="0"/>
          <a:chExt cx="0" cy="0"/>
        </a:xfrm>
      </p:grpSpPr>
      <p:sp>
        <p:nvSpPr>
          <p:cNvPr id="96" name="Google Shape;96;p18"/>
          <p:cNvSpPr>
            <a:spLocks noGrp="1"/>
          </p:cNvSpPr>
          <p:nvPr>
            <p:ph type="pic" idx="2"/>
          </p:nvPr>
        </p:nvSpPr>
        <p:spPr>
          <a:xfrm>
            <a:off x="6096000" y="646191"/>
            <a:ext cx="5486400" cy="5297409"/>
          </a:xfrm>
          <a:prstGeom prst="rect">
            <a:avLst/>
          </a:prstGeom>
          <a:noFill/>
          <a:ln>
            <a:noFill/>
          </a:ln>
        </p:spPr>
      </p:sp>
      <p:sp>
        <p:nvSpPr>
          <p:cNvPr id="97" name="Google Shape;97;p18"/>
          <p:cNvSpPr txBox="1">
            <a:spLocks noGrp="1"/>
          </p:cNvSpPr>
          <p:nvPr>
            <p:ph type="body" idx="1"/>
          </p:nvPr>
        </p:nvSpPr>
        <p:spPr>
          <a:xfrm>
            <a:off x="609600" y="1600200"/>
            <a:ext cx="5486400" cy="3514882"/>
          </a:xfrm>
          <a:prstGeom prst="rect">
            <a:avLst/>
          </a:prstGeom>
          <a:noFill/>
          <a:ln>
            <a:noFill/>
          </a:ln>
        </p:spPr>
        <p:txBody>
          <a:bodyPr spcFirstLastPara="1" wrap="square" lIns="365750" tIns="91425" rIns="365750" bIns="45700" anchor="t" anchorCtr="0">
            <a:noAutofit/>
          </a:bodyPr>
          <a:lstStyle>
            <a:lvl1pPr marL="457200" lvl="0" indent="-228600" algn="l">
              <a:lnSpc>
                <a:spcPct val="100000"/>
              </a:lnSpc>
              <a:spcBef>
                <a:spcPts val="600"/>
              </a:spcBef>
              <a:spcAft>
                <a:spcPts val="0"/>
              </a:spcAft>
              <a:buClr>
                <a:schemeClr val="dk1"/>
              </a:buClr>
              <a:buSzPts val="1500"/>
              <a:buNone/>
              <a:defRPr sz="1500"/>
            </a:lvl1pPr>
            <a:lvl2pPr marL="914400" lvl="1" indent="-228600" algn="l">
              <a:lnSpc>
                <a:spcPct val="100000"/>
              </a:lnSpc>
              <a:spcBef>
                <a:spcPts val="600"/>
              </a:spcBef>
              <a:spcAft>
                <a:spcPts val="0"/>
              </a:spcAft>
              <a:buClr>
                <a:schemeClr val="dk1"/>
              </a:buClr>
              <a:buSzPts val="1400"/>
              <a:buNone/>
              <a:defRPr sz="1400"/>
            </a:lvl2pPr>
            <a:lvl3pPr marL="1371600" lvl="2" indent="-228600" algn="l">
              <a:lnSpc>
                <a:spcPct val="100000"/>
              </a:lnSpc>
              <a:spcBef>
                <a:spcPts val="600"/>
              </a:spcBef>
              <a:spcAft>
                <a:spcPts val="0"/>
              </a:spcAft>
              <a:buClr>
                <a:schemeClr val="dk1"/>
              </a:buClr>
              <a:buSzPts val="1200"/>
              <a:buNone/>
              <a:defRPr sz="1200"/>
            </a:lvl3pPr>
            <a:lvl4pPr marL="1828800" lvl="3" indent="-228600" algn="l">
              <a:lnSpc>
                <a:spcPct val="100000"/>
              </a:lnSpc>
              <a:spcBef>
                <a:spcPts val="600"/>
              </a:spcBef>
              <a:spcAft>
                <a:spcPts val="0"/>
              </a:spcAft>
              <a:buClr>
                <a:schemeClr val="dk1"/>
              </a:buClr>
              <a:buSzPts val="1000"/>
              <a:buNone/>
              <a:defRPr sz="1000"/>
            </a:lvl4pPr>
            <a:lvl5pPr marL="2286000" lvl="4" indent="-228600" algn="l">
              <a:lnSpc>
                <a:spcPct val="100000"/>
              </a:lnSpc>
              <a:spcBef>
                <a:spcPts val="6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8" name="Google Shape;98;p18"/>
          <p:cNvSpPr txBox="1">
            <a:spLocks noGrp="1"/>
          </p:cNvSpPr>
          <p:nvPr>
            <p:ph type="ftr" idx="11"/>
          </p:nvPr>
        </p:nvSpPr>
        <p:spPr>
          <a:xfrm>
            <a:off x="1946790" y="6337361"/>
            <a:ext cx="10009857" cy="346472"/>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sz="1200">
                <a:solidFill>
                  <a:srgbClr val="C7C8C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18"/>
          <p:cNvSpPr txBox="1"/>
          <p:nvPr/>
        </p:nvSpPr>
        <p:spPr>
          <a:xfrm>
            <a:off x="609600" y="627747"/>
            <a:ext cx="5486400" cy="1631728"/>
          </a:xfrm>
          <a:prstGeom prst="rect">
            <a:avLst/>
          </a:prstGeom>
          <a:noFill/>
          <a:ln>
            <a:noFill/>
          </a:ln>
        </p:spPr>
        <p:txBody>
          <a:bodyPr spcFirstLastPara="1" wrap="square" lIns="365750" tIns="45700" rIns="365750" bIns="45700" anchor="t" anchorCtr="0">
            <a:noAutofit/>
          </a:bodyPr>
          <a:lstStyle/>
          <a:p>
            <a:pPr marL="0" marR="0" lvl="0" indent="0" algn="l" rtl="0">
              <a:lnSpc>
                <a:spcPct val="90000"/>
              </a:lnSpc>
              <a:spcBef>
                <a:spcPts val="0"/>
              </a:spcBef>
              <a:spcAft>
                <a:spcPts val="0"/>
              </a:spcAft>
              <a:buClr>
                <a:srgbClr val="862633"/>
              </a:buClr>
              <a:buSzPts val="3400"/>
              <a:buFont typeface="Arial"/>
              <a:buNone/>
            </a:pPr>
            <a:r>
              <a:rPr lang="en-US" sz="3400" b="1" i="0" u="none" strike="noStrike" cap="none">
                <a:solidFill>
                  <a:srgbClr val="862633"/>
                </a:solidFill>
                <a:latin typeface="Arial"/>
                <a:ea typeface="Arial"/>
                <a:cs typeface="Arial"/>
                <a:sym typeface="Arial"/>
              </a:rPr>
              <a:t>CLICK TO EDIT MASTER TITLE STYLE</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rot="5400000">
            <a:off x="7250112" y="1839913"/>
            <a:ext cx="5578475" cy="2628900"/>
          </a:xfrm>
          <a:prstGeom prst="rect">
            <a:avLst/>
          </a:prstGeom>
          <a:noFill/>
          <a:ln>
            <a:noFill/>
          </a:ln>
        </p:spPr>
        <p:txBody>
          <a:bodyPr spcFirstLastPara="1" wrap="square" lIns="365750" tIns="45700" rIns="365750" bIns="45700" anchor="ctr" anchorCtr="0">
            <a:noAutofit/>
          </a:bodyPr>
          <a:lstStyle>
            <a:lvl1pPr lvl="0" algn="l">
              <a:lnSpc>
                <a:spcPct val="90000"/>
              </a:lnSpc>
              <a:spcBef>
                <a:spcPts val="0"/>
              </a:spcBef>
              <a:spcAft>
                <a:spcPts val="0"/>
              </a:spcAft>
              <a:buClr>
                <a:srgbClr val="862633"/>
              </a:buClr>
              <a:buSzPts val="3400"/>
              <a:buFont typeface="Arial"/>
              <a:buNone/>
              <a:defRPr>
                <a:solidFill>
                  <a:srgbClr val="86263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19"/>
          <p:cNvSpPr txBox="1">
            <a:spLocks noGrp="1"/>
          </p:cNvSpPr>
          <p:nvPr>
            <p:ph type="body" idx="1"/>
          </p:nvPr>
        </p:nvSpPr>
        <p:spPr>
          <a:xfrm rot="5400000">
            <a:off x="1801812" y="-827087"/>
            <a:ext cx="5578475" cy="7962900"/>
          </a:xfrm>
          <a:prstGeom prst="rect">
            <a:avLst/>
          </a:prstGeom>
          <a:noFill/>
          <a:ln>
            <a:noFill/>
          </a:ln>
        </p:spPr>
        <p:txBody>
          <a:bodyPr spcFirstLastPara="1" wrap="square" lIns="365750" tIns="0" rIns="365750" bIns="457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19"/>
          <p:cNvSpPr txBox="1">
            <a:spLocks noGrp="1"/>
          </p:cNvSpPr>
          <p:nvPr>
            <p:ph type="ftr" idx="11"/>
          </p:nvPr>
        </p:nvSpPr>
        <p:spPr>
          <a:xfrm>
            <a:off x="1946790" y="6337361"/>
            <a:ext cx="10009857" cy="346472"/>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sz="1200">
                <a:solidFill>
                  <a:srgbClr val="C7C8C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111760"/>
            <a:ext cx="12192000" cy="5897965"/>
          </a:xfrm>
          <a:prstGeom prst="rect">
            <a:avLst/>
          </a:prstGeom>
          <a:gradFill>
            <a:gsLst>
              <a:gs pos="0">
                <a:srgbClr val="E5E5E4">
                  <a:alpha val="0"/>
                </a:srgbClr>
              </a:gs>
              <a:gs pos="12000">
                <a:srgbClr val="E5E5E4">
                  <a:alpha val="0"/>
                </a:srgbClr>
              </a:gs>
              <a:gs pos="77000">
                <a:srgbClr val="E5E5E4"/>
              </a:gs>
              <a:gs pos="100000">
                <a:srgbClr val="E5E5E4"/>
              </a:gs>
            </a:gsLst>
            <a:path path="circle">
              <a:fillToRect l="50000" t="50000" r="50000" b="50000"/>
            </a:path>
            <a:tileRect/>
          </a:gra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6D1327"/>
              </a:buClr>
              <a:buSzPts val="3400"/>
              <a:buFont typeface="Arial"/>
              <a:buNone/>
            </a:pPr>
            <a:endParaRPr sz="3400" b="0" i="0" u="none" strike="noStrike" cap="none">
              <a:solidFill>
                <a:srgbClr val="000000"/>
              </a:solidFill>
              <a:latin typeface="Arial"/>
              <a:ea typeface="Arial"/>
              <a:cs typeface="Arial"/>
              <a:sym typeface="Arial"/>
            </a:endParaRPr>
          </a:p>
        </p:txBody>
      </p:sp>
      <p:sp>
        <p:nvSpPr>
          <p:cNvPr id="11" name="Google Shape;11;p1"/>
          <p:cNvSpPr/>
          <p:nvPr/>
        </p:nvSpPr>
        <p:spPr>
          <a:xfrm>
            <a:off x="0" y="5943600"/>
            <a:ext cx="12192000" cy="914400"/>
          </a:xfrm>
          <a:prstGeom prst="rect">
            <a:avLst/>
          </a:prstGeom>
          <a:solidFill>
            <a:schemeClr val="dk1"/>
          </a:soli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1" i="0" u="none" strike="noStrike" cap="none">
              <a:solidFill>
                <a:schemeClr val="lt1"/>
              </a:solidFill>
              <a:latin typeface="Arial"/>
              <a:ea typeface="Arial"/>
              <a:cs typeface="Arial"/>
              <a:sym typeface="Arial"/>
            </a:endParaRPr>
          </a:p>
        </p:txBody>
      </p:sp>
      <p:sp>
        <p:nvSpPr>
          <p:cNvPr id="12" name="Google Shape;12;p1"/>
          <p:cNvSpPr/>
          <p:nvPr/>
        </p:nvSpPr>
        <p:spPr>
          <a:xfrm>
            <a:off x="0" y="-1"/>
            <a:ext cx="12192000" cy="342207"/>
          </a:xfrm>
          <a:prstGeom prst="rect">
            <a:avLst/>
          </a:prstGeom>
          <a:solidFill>
            <a:srgbClr val="861C33"/>
          </a:solidFill>
          <a:ln>
            <a:noFill/>
          </a:ln>
        </p:spPr>
        <p:txBody>
          <a:bodyPr spcFirstLastPara="1" wrap="square" lIns="38100" tIns="38100" rIns="38100" bIns="38100" anchor="ctr" anchorCtr="0">
            <a:noAutofit/>
          </a:bodyPr>
          <a:lstStyle/>
          <a:p>
            <a:pPr marL="0" marR="0" lvl="0" indent="0" algn="ctr" rtl="0">
              <a:lnSpc>
                <a:spcPct val="100000"/>
              </a:lnSpc>
              <a:spcBef>
                <a:spcPts val="0"/>
              </a:spcBef>
              <a:spcAft>
                <a:spcPts val="0"/>
              </a:spcAft>
              <a:buClr>
                <a:srgbClr val="000000"/>
              </a:buClr>
              <a:buSzPts val="3400"/>
              <a:buFont typeface="Arial"/>
              <a:buNone/>
            </a:pPr>
            <a:endParaRPr sz="3400" b="1" i="0" u="none" strike="noStrike" cap="none">
              <a:solidFill>
                <a:schemeClr val="lt1"/>
              </a:solidFill>
              <a:latin typeface="Arial"/>
              <a:ea typeface="Arial"/>
              <a:cs typeface="Arial"/>
              <a:sym typeface="Arial"/>
            </a:endParaRPr>
          </a:p>
        </p:txBody>
      </p:sp>
      <p:sp>
        <p:nvSpPr>
          <p:cNvPr id="13" name="Google Shape;13;p1"/>
          <p:cNvSpPr txBox="1">
            <a:spLocks noGrp="1"/>
          </p:cNvSpPr>
          <p:nvPr>
            <p:ph type="title"/>
          </p:nvPr>
        </p:nvSpPr>
        <p:spPr>
          <a:xfrm>
            <a:off x="609600" y="558296"/>
            <a:ext cx="10972800" cy="684769"/>
          </a:xfrm>
          <a:prstGeom prst="rect">
            <a:avLst/>
          </a:prstGeom>
          <a:noFill/>
          <a:ln>
            <a:noFill/>
          </a:ln>
        </p:spPr>
        <p:txBody>
          <a:bodyPr spcFirstLastPara="1" wrap="square" lIns="365750" tIns="45700" rIns="365750" bIns="45700" anchor="ctr" anchorCtr="0">
            <a:noAutofit/>
          </a:bodyPr>
          <a:lstStyle>
            <a:lvl1pPr marR="0" lvl="0" algn="l" rtl="0">
              <a:lnSpc>
                <a:spcPct val="90000"/>
              </a:lnSpc>
              <a:spcBef>
                <a:spcPts val="0"/>
              </a:spcBef>
              <a:spcAft>
                <a:spcPts val="0"/>
              </a:spcAft>
              <a:buClr>
                <a:srgbClr val="861C33"/>
              </a:buClr>
              <a:buSzPts val="3400"/>
              <a:buFont typeface="Arial"/>
              <a:buNone/>
              <a:defRPr sz="3400" b="1" i="0" u="none" strike="noStrike" cap="none">
                <a:solidFill>
                  <a:srgbClr val="861C33"/>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 name="Google Shape;14;p1"/>
          <p:cNvSpPr txBox="1">
            <a:spLocks noGrp="1"/>
          </p:cNvSpPr>
          <p:nvPr>
            <p:ph type="body" idx="1"/>
          </p:nvPr>
        </p:nvSpPr>
        <p:spPr>
          <a:xfrm>
            <a:off x="609600" y="1600200"/>
            <a:ext cx="10972800" cy="2286000"/>
          </a:xfrm>
          <a:prstGeom prst="rect">
            <a:avLst/>
          </a:prstGeom>
          <a:noFill/>
          <a:ln>
            <a:noFill/>
          </a:ln>
        </p:spPr>
        <p:txBody>
          <a:bodyPr spcFirstLastPara="1" wrap="square" lIns="365750" tIns="0" rIns="365750" bIns="45700" anchor="t" anchorCtr="0">
            <a:noAutofit/>
          </a:bodyPr>
          <a:lstStyle>
            <a:lvl1pPr marL="457200" marR="0" lvl="0" indent="-355600" algn="l" rtl="0">
              <a:lnSpc>
                <a:spcPct val="100000"/>
              </a:lnSpc>
              <a:spcBef>
                <a:spcPts val="600"/>
              </a:spcBef>
              <a:spcAft>
                <a:spcPts val="0"/>
              </a:spcAft>
              <a:buClr>
                <a:schemeClr val="dk1"/>
              </a:buClr>
              <a:buSzPts val="2000"/>
              <a:buFont typeface="Arial"/>
              <a:buChar char="•"/>
              <a:defRPr sz="2000" b="1" i="0" u="none" strike="noStrike" cap="none">
                <a:solidFill>
                  <a:schemeClr val="dk1"/>
                </a:solidFill>
                <a:latin typeface="Arial"/>
                <a:ea typeface="Arial"/>
                <a:cs typeface="Arial"/>
                <a:sym typeface="Arial"/>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5" name="Google Shape;15;p1"/>
          <p:cNvPicPr preferRelativeResize="0"/>
          <p:nvPr/>
        </p:nvPicPr>
        <p:blipFill rotWithShape="1">
          <a:blip r:embed="rId20">
            <a:alphaModFix/>
          </a:blip>
          <a:srcRect/>
          <a:stretch/>
        </p:blipFill>
        <p:spPr>
          <a:xfrm>
            <a:off x="322035" y="6121485"/>
            <a:ext cx="1302721" cy="520426"/>
          </a:xfrm>
          <a:prstGeom prst="rect">
            <a:avLst/>
          </a:prstGeom>
          <a:noFill/>
          <a:ln>
            <a:noFill/>
          </a:ln>
        </p:spPr>
      </p:pic>
      <p:sp>
        <p:nvSpPr>
          <p:cNvPr id="16" name="Google Shape;16;p1"/>
          <p:cNvSpPr txBox="1">
            <a:spLocks noGrp="1"/>
          </p:cNvSpPr>
          <p:nvPr>
            <p:ph type="ftr" idx="11"/>
          </p:nvPr>
        </p:nvSpPr>
        <p:spPr>
          <a:xfrm>
            <a:off x="1946790" y="6337361"/>
            <a:ext cx="10009857" cy="346472"/>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000000"/>
              </a:buClr>
              <a:buSzPts val="1400"/>
              <a:buFont typeface="Arial"/>
              <a:buNone/>
              <a:defRPr sz="1100" b="0" i="0" u="none" strike="noStrike" cap="none">
                <a:solidFill>
                  <a:srgbClr val="C7C8CB"/>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648">
          <p15:clr>
            <a:srgbClr val="F26B43"/>
          </p15:clr>
        </p15:guide>
        <p15:guide id="2" orient="horz" pos="4176">
          <p15:clr>
            <a:srgbClr val="F26B43"/>
          </p15:clr>
        </p15:guide>
        <p15:guide id="3" pos="624">
          <p15:clr>
            <a:srgbClr val="F26B43"/>
          </p15:clr>
        </p15:guide>
        <p15:guide id="4" pos="384">
          <p15:clr>
            <a:srgbClr val="F26B43"/>
          </p15:clr>
        </p15:guide>
        <p15:guide id="5" pos="7296">
          <p15:clr>
            <a:srgbClr val="F26B43"/>
          </p15:clr>
        </p15:guide>
        <p15:guide id="6" orient="horz" pos="1008">
          <p15:clr>
            <a:srgbClr val="F26B43"/>
          </p15:clr>
        </p15:guide>
        <p15:guide id="7" orient="horz" pos="1416">
          <p15:clr>
            <a:srgbClr val="F26B43"/>
          </p15:clr>
        </p15:guide>
        <p15:guide id="8" orient="horz" pos="2448">
          <p15:clr>
            <a:srgbClr val="F26B43"/>
          </p15:clr>
        </p15:guide>
        <p15:guide id="9" orient="horz" pos="3552">
          <p15:clr>
            <a:srgbClr val="F26B43"/>
          </p15:clr>
        </p15:guide>
        <p15:guide id="10" orient="horz" pos="748">
          <p15:clr>
            <a:srgbClr val="F26B43"/>
          </p15:clr>
        </p15:guide>
        <p15:guide id="11" orient="horz" pos="3744">
          <p15:clr>
            <a:srgbClr val="F26B43"/>
          </p15:clr>
        </p15:guide>
        <p15:guide id="12" pos="3840">
          <p15:clr>
            <a:srgbClr val="F26B43"/>
          </p15:clr>
        </p15:guide>
        <p15:guide id="13" pos="4128">
          <p15:clr>
            <a:srgbClr val="F26B43"/>
          </p15:clr>
        </p15:guide>
        <p15:guide id="14" pos="35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ctrTitle"/>
          </p:nvPr>
        </p:nvSpPr>
        <p:spPr>
          <a:xfrm>
            <a:off x="0" y="2486425"/>
            <a:ext cx="6913200" cy="2208900"/>
          </a:xfrm>
          <a:prstGeom prst="rect">
            <a:avLst/>
          </a:prstGeom>
          <a:noFill/>
          <a:ln>
            <a:noFill/>
          </a:ln>
        </p:spPr>
        <p:txBody>
          <a:bodyPr spcFirstLastPara="1" wrap="square" lIns="640075" tIns="0" rIns="640075" bIns="0" anchor="ctr" anchorCtr="0">
            <a:noAutofit/>
          </a:bodyPr>
          <a:lstStyle/>
          <a:p>
            <a:pPr marL="0" lvl="0" indent="0" algn="l" rtl="0">
              <a:lnSpc>
                <a:spcPct val="90000"/>
              </a:lnSpc>
              <a:spcBef>
                <a:spcPts val="0"/>
              </a:spcBef>
              <a:spcAft>
                <a:spcPts val="0"/>
              </a:spcAft>
              <a:buClr>
                <a:schemeClr val="lt1"/>
              </a:buClr>
              <a:buSzPts val="4000"/>
              <a:buFont typeface="Arial"/>
              <a:buNone/>
            </a:pPr>
            <a:r>
              <a:rPr lang="en-IN" sz="2300" dirty="0"/>
              <a:t>AIRA </a:t>
            </a:r>
            <a:r>
              <a:rPr lang="en-IN" sz="2300" dirty="0" err="1"/>
              <a:t>GenAI</a:t>
            </a:r>
            <a:r>
              <a:rPr lang="en-IN" sz="2300" dirty="0"/>
              <a:t> Challenge</a:t>
            </a:r>
            <a:endParaRPr sz="1400" b="0" dirty="0">
              <a:solidFill>
                <a:schemeClr val="dk1"/>
              </a:solidFill>
            </a:endParaRPr>
          </a:p>
          <a:p>
            <a:pPr marL="0" lvl="0" indent="0" algn="l" rtl="0">
              <a:lnSpc>
                <a:spcPct val="90000"/>
              </a:lnSpc>
              <a:spcBef>
                <a:spcPts val="0"/>
              </a:spcBef>
              <a:spcAft>
                <a:spcPts val="0"/>
              </a:spcAft>
              <a:buClr>
                <a:schemeClr val="lt1"/>
              </a:buClr>
              <a:buSzPts val="4000"/>
              <a:buFont typeface="Arial"/>
              <a:buNone/>
            </a:pPr>
            <a:endParaRPr sz="1200" dirty="0"/>
          </a:p>
          <a:p>
            <a:pPr marL="0" lvl="0" indent="0" algn="l" rtl="0">
              <a:lnSpc>
                <a:spcPct val="90000"/>
              </a:lnSpc>
              <a:spcBef>
                <a:spcPts val="0"/>
              </a:spcBef>
              <a:spcAft>
                <a:spcPts val="0"/>
              </a:spcAft>
              <a:buClr>
                <a:schemeClr val="lt1"/>
              </a:buClr>
              <a:buSzPts val="4000"/>
              <a:buFont typeface="Arial"/>
              <a:buNone/>
            </a:pPr>
            <a:endParaRPr sz="1200" dirty="0"/>
          </a:p>
          <a:p>
            <a:pPr marL="0" lvl="0" indent="0" algn="l" rtl="0">
              <a:lnSpc>
                <a:spcPct val="90000"/>
              </a:lnSpc>
              <a:spcBef>
                <a:spcPts val="0"/>
              </a:spcBef>
              <a:spcAft>
                <a:spcPts val="0"/>
              </a:spcAft>
              <a:buClr>
                <a:schemeClr val="lt1"/>
              </a:buClr>
              <a:buSzPts val="4000"/>
              <a:buFont typeface="Arial"/>
              <a:buNone/>
            </a:pPr>
            <a:endParaRPr sz="1200" dirty="0"/>
          </a:p>
          <a:p>
            <a:pPr marL="0" lvl="0" indent="0" algn="l" rtl="0">
              <a:lnSpc>
                <a:spcPct val="90000"/>
              </a:lnSpc>
              <a:spcBef>
                <a:spcPts val="0"/>
              </a:spcBef>
              <a:spcAft>
                <a:spcPts val="0"/>
              </a:spcAft>
              <a:buClr>
                <a:schemeClr val="lt1"/>
              </a:buClr>
              <a:buSzPts val="4000"/>
              <a:buFont typeface="Arial"/>
              <a:buNone/>
            </a:pPr>
            <a:r>
              <a:rPr lang="en-IN" sz="1500" dirty="0"/>
              <a:t>Durga Sandeep </a:t>
            </a:r>
            <a:r>
              <a:rPr lang="en-IN" sz="1500" dirty="0" err="1"/>
              <a:t>Saluru</a:t>
            </a:r>
            <a:endParaRPr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IN" dirty="0">
                <a:solidFill>
                  <a:srgbClr val="C7C8CB"/>
                </a:solidFill>
              </a:rPr>
              <a:t>1</a:t>
            </a:r>
            <a:endParaRPr dirty="0">
              <a:solidFill>
                <a:srgbClr val="C7C8CB"/>
              </a:solidFill>
            </a:endParaRPr>
          </a:p>
        </p:txBody>
      </p:sp>
      <p:sp>
        <p:nvSpPr>
          <p:cNvPr id="122" name="Google Shape;122;p2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LLM Agents</a:t>
            </a:r>
            <a:endParaRPr sz="2100" b="1" dirty="0">
              <a:solidFill>
                <a:schemeClr val="dk1"/>
              </a:solidFill>
            </a:endParaRPr>
          </a:p>
        </p:txBody>
      </p:sp>
      <p:sp>
        <p:nvSpPr>
          <p:cNvPr id="123" name="Google Shape;123;p22"/>
          <p:cNvSpPr txBox="1"/>
          <p:nvPr/>
        </p:nvSpPr>
        <p:spPr>
          <a:xfrm>
            <a:off x="637675" y="1414500"/>
            <a:ext cx="11240700" cy="4382700"/>
          </a:xfrm>
          <a:prstGeom prst="rect">
            <a:avLst/>
          </a:prstGeom>
          <a:noFill/>
          <a:ln>
            <a:noFill/>
          </a:ln>
        </p:spPr>
        <p:txBody>
          <a:bodyPr spcFirstLastPara="1" wrap="square" lIns="91425" tIns="91425" rIns="91425" bIns="91425" anchor="t" anchorCtr="0">
            <a:noAutofit/>
          </a:bodyPr>
          <a:lstStyle/>
          <a:p>
            <a:pPr marL="457200" lvl="0" algn="l" rtl="0">
              <a:lnSpc>
                <a:spcPct val="150000"/>
              </a:lnSpc>
              <a:spcBef>
                <a:spcPts val="0"/>
              </a:spcBef>
              <a:spcAft>
                <a:spcPts val="0"/>
              </a:spcAft>
            </a:pPr>
            <a:r>
              <a:rPr lang="en-IN" sz="2000" dirty="0" err="1">
                <a:solidFill>
                  <a:schemeClr val="dk1"/>
                </a:solidFill>
              </a:rPr>
              <a:t>ReACT</a:t>
            </a:r>
            <a:r>
              <a:rPr lang="en-IN" sz="2000" dirty="0">
                <a:solidFill>
                  <a:schemeClr val="dk1"/>
                </a:solidFill>
              </a:rPr>
              <a:t> (Reasoning + Action): Particularly suitable for our specific use-case.</a:t>
            </a:r>
          </a:p>
          <a:p>
            <a:pPr marL="800100" lvl="1" indent="-342900">
              <a:lnSpc>
                <a:spcPct val="150000"/>
              </a:lnSpc>
              <a:buFont typeface="Arial" panose="020B0604020202020204" pitchFamily="34" charset="0"/>
              <a:buChar char="•"/>
            </a:pPr>
            <a:r>
              <a:rPr lang="en-IN" sz="1800" dirty="0">
                <a:solidFill>
                  <a:schemeClr val="dk1"/>
                </a:solidFill>
              </a:rPr>
              <a:t>Prompting Approach: </a:t>
            </a:r>
            <a:r>
              <a:rPr lang="en-IN" sz="1800" b="1" dirty="0">
                <a:solidFill>
                  <a:schemeClr val="dk1"/>
                </a:solidFill>
              </a:rPr>
              <a:t>Thought + Action + Observation</a:t>
            </a:r>
            <a:r>
              <a:rPr lang="en-IN" sz="1800" dirty="0">
                <a:solidFill>
                  <a:schemeClr val="dk1"/>
                </a:solidFill>
              </a:rPr>
              <a:t>, can repeat N times</a:t>
            </a:r>
          </a:p>
          <a:p>
            <a:pPr marL="800100" lvl="1" indent="-342900">
              <a:lnSpc>
                <a:spcPct val="150000"/>
              </a:lnSpc>
              <a:buFont typeface="Arial" panose="020B0604020202020204" pitchFamily="34" charset="0"/>
              <a:buChar char="•"/>
            </a:pPr>
            <a:r>
              <a:rPr lang="en-IN" sz="1800" dirty="0">
                <a:solidFill>
                  <a:schemeClr val="dk1"/>
                </a:solidFill>
              </a:rPr>
              <a:t>Reducing hallucinations by providing controlled inputs (includes tools &amp; prompt engineering)</a:t>
            </a:r>
          </a:p>
          <a:p>
            <a:pPr marL="800100" lvl="1" indent="-342900">
              <a:lnSpc>
                <a:spcPct val="150000"/>
              </a:lnSpc>
              <a:buFont typeface="Arial" panose="020B0604020202020204" pitchFamily="34" charset="0"/>
              <a:buChar char="•"/>
            </a:pPr>
            <a:r>
              <a:rPr lang="en-IN" sz="1800" dirty="0">
                <a:solidFill>
                  <a:schemeClr val="dk1"/>
                </a:solidFill>
              </a:rPr>
              <a:t>External real-world knowledge can be incorporated, akin to systems like RAG</a:t>
            </a:r>
            <a:endParaRPr sz="1800" dirty="0">
              <a:solidFill>
                <a:schemeClr val="dk1"/>
              </a:solidFill>
            </a:endParaRPr>
          </a:p>
        </p:txBody>
      </p:sp>
      <p:sp>
        <p:nvSpPr>
          <p:cNvPr id="4" name="Oval 3">
            <a:extLst>
              <a:ext uri="{FF2B5EF4-FFF2-40B4-BE49-F238E27FC236}">
                <a16:creationId xmlns:a16="http://schemas.microsoft.com/office/drawing/2014/main" id="{84B24852-5887-7EDB-79FD-2557CCF492BD}"/>
              </a:ext>
            </a:extLst>
          </p:cNvPr>
          <p:cNvSpPr/>
          <p:nvPr/>
        </p:nvSpPr>
        <p:spPr>
          <a:xfrm>
            <a:off x="4912564" y="3555651"/>
            <a:ext cx="1644200" cy="741405"/>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Thought</a:t>
            </a:r>
            <a:endParaRPr lang="en-US" dirty="0"/>
          </a:p>
        </p:txBody>
      </p:sp>
      <p:sp>
        <p:nvSpPr>
          <p:cNvPr id="5" name="Oval 4">
            <a:extLst>
              <a:ext uri="{FF2B5EF4-FFF2-40B4-BE49-F238E27FC236}">
                <a16:creationId xmlns:a16="http://schemas.microsoft.com/office/drawing/2014/main" id="{8C14F154-F9E6-D79B-A91C-5F1C8E99C7A1}"/>
              </a:ext>
            </a:extLst>
          </p:cNvPr>
          <p:cNvSpPr/>
          <p:nvPr/>
        </p:nvSpPr>
        <p:spPr>
          <a:xfrm>
            <a:off x="3885675" y="4800434"/>
            <a:ext cx="1644200" cy="741405"/>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Action</a:t>
            </a:r>
            <a:endParaRPr lang="en-US" dirty="0"/>
          </a:p>
        </p:txBody>
      </p:sp>
      <p:sp>
        <p:nvSpPr>
          <p:cNvPr id="6" name="Oval 5">
            <a:extLst>
              <a:ext uri="{FF2B5EF4-FFF2-40B4-BE49-F238E27FC236}">
                <a16:creationId xmlns:a16="http://schemas.microsoft.com/office/drawing/2014/main" id="{1E8C0C2E-1A7C-FE1C-081B-D9C03C559E6B}"/>
              </a:ext>
            </a:extLst>
          </p:cNvPr>
          <p:cNvSpPr/>
          <p:nvPr/>
        </p:nvSpPr>
        <p:spPr>
          <a:xfrm>
            <a:off x="6059739" y="4806385"/>
            <a:ext cx="1644200" cy="741405"/>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Observation</a:t>
            </a:r>
            <a:endParaRPr lang="en-US" dirty="0"/>
          </a:p>
        </p:txBody>
      </p:sp>
      <p:sp>
        <p:nvSpPr>
          <p:cNvPr id="7" name="Rectangle 6">
            <a:extLst>
              <a:ext uri="{FF2B5EF4-FFF2-40B4-BE49-F238E27FC236}">
                <a16:creationId xmlns:a16="http://schemas.microsoft.com/office/drawing/2014/main" id="{B0B25082-86F6-DA0E-71F2-D506F3C7F9B6}"/>
              </a:ext>
            </a:extLst>
          </p:cNvPr>
          <p:cNvSpPr/>
          <p:nvPr/>
        </p:nvSpPr>
        <p:spPr>
          <a:xfrm>
            <a:off x="3650325" y="3418550"/>
            <a:ext cx="4356825" cy="23786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2B1F7A72-8528-AF4D-98DE-01A7E0F61BFA}"/>
              </a:ext>
            </a:extLst>
          </p:cNvPr>
          <p:cNvCxnSpPr>
            <a:cxnSpLocks/>
          </p:cNvCxnSpPr>
          <p:nvPr/>
        </p:nvCxnSpPr>
        <p:spPr>
          <a:xfrm flipH="1">
            <a:off x="4757203" y="4277974"/>
            <a:ext cx="419889" cy="445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820F81A-4844-87AF-C4C6-7BB818029690}"/>
              </a:ext>
            </a:extLst>
          </p:cNvPr>
          <p:cNvCxnSpPr>
            <a:cxnSpLocks/>
          </p:cNvCxnSpPr>
          <p:nvPr/>
        </p:nvCxnSpPr>
        <p:spPr>
          <a:xfrm>
            <a:off x="5608943" y="5171136"/>
            <a:ext cx="4013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1C10FE3-DEC5-A71B-C60B-0320EF0E4FBE}"/>
              </a:ext>
            </a:extLst>
          </p:cNvPr>
          <p:cNvCxnSpPr>
            <a:cxnSpLocks/>
          </p:cNvCxnSpPr>
          <p:nvPr/>
        </p:nvCxnSpPr>
        <p:spPr>
          <a:xfrm flipH="1" flipV="1">
            <a:off x="6354470" y="4245705"/>
            <a:ext cx="447294" cy="4592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54F4DAD-BA24-CF1A-F8A9-D9CCEBD986B2}"/>
              </a:ext>
            </a:extLst>
          </p:cNvPr>
          <p:cNvSpPr txBox="1"/>
          <p:nvPr/>
        </p:nvSpPr>
        <p:spPr>
          <a:xfrm>
            <a:off x="7819003" y="4238814"/>
            <a:ext cx="2208342" cy="307777"/>
          </a:xfrm>
          <a:prstGeom prst="rect">
            <a:avLst/>
          </a:prstGeom>
          <a:noFill/>
        </p:spPr>
        <p:txBody>
          <a:bodyPr wrap="square" rtlCol="0">
            <a:spAutoFit/>
          </a:bodyPr>
          <a:lstStyle/>
          <a:p>
            <a:pPr algn="ctr"/>
            <a:r>
              <a:rPr lang="en-IN" b="1" dirty="0" err="1"/>
              <a:t>ReACT</a:t>
            </a:r>
            <a:r>
              <a:rPr lang="en-IN" b="1" dirty="0"/>
              <a:t> Workflow</a:t>
            </a:r>
            <a:endParaRPr lang="en-US" b="1" dirty="0"/>
          </a:p>
        </p:txBody>
      </p:sp>
    </p:spTree>
    <p:extLst>
      <p:ext uri="{BB962C8B-B14F-4D97-AF65-F5344CB8AC3E}">
        <p14:creationId xmlns:p14="http://schemas.microsoft.com/office/powerpoint/2010/main" val="669076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3"/>
          <p:cNvSpPr txBox="1">
            <a:spLocks noGrp="1"/>
          </p:cNvSpPr>
          <p:nvPr>
            <p:ph type="title"/>
          </p:nvPr>
        </p:nvSpPr>
        <p:spPr>
          <a:xfrm>
            <a:off x="609600" y="1901141"/>
            <a:ext cx="10972800" cy="3342300"/>
          </a:xfrm>
          <a:prstGeom prst="rect">
            <a:avLst/>
          </a:prstGeom>
          <a:noFill/>
          <a:ln>
            <a:noFill/>
          </a:ln>
        </p:spPr>
        <p:txBody>
          <a:bodyPr spcFirstLastPara="1" wrap="square" lIns="365750" tIns="45700" rIns="365750" bIns="45700" anchor="t" anchorCtr="0">
            <a:noAutofit/>
          </a:bodyPr>
          <a:lstStyle/>
          <a:p>
            <a:pPr marL="0" lvl="0" indent="0" algn="l" rtl="0">
              <a:lnSpc>
                <a:spcPct val="100000"/>
              </a:lnSpc>
              <a:spcBef>
                <a:spcPts val="0"/>
              </a:spcBef>
              <a:spcAft>
                <a:spcPts val="0"/>
              </a:spcAft>
              <a:buClr>
                <a:schemeClr val="lt1"/>
              </a:buClr>
              <a:buSzPts val="6000"/>
              <a:buFont typeface="Arial"/>
              <a:buNone/>
            </a:pPr>
            <a:r>
              <a:rPr lang="en-US" dirty="0"/>
              <a:t>Pandas LLM Agent</a:t>
            </a:r>
            <a:endParaRPr dirty="0"/>
          </a:p>
        </p:txBody>
      </p:sp>
    </p:spTree>
    <p:extLst>
      <p:ext uri="{BB962C8B-B14F-4D97-AF65-F5344CB8AC3E}">
        <p14:creationId xmlns:p14="http://schemas.microsoft.com/office/powerpoint/2010/main" val="215199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US" dirty="0"/>
              <a:t>2</a:t>
            </a:r>
            <a:endParaRPr dirty="0">
              <a:solidFill>
                <a:srgbClr val="C7C8CB"/>
              </a:solidFill>
            </a:endParaRPr>
          </a:p>
        </p:txBody>
      </p:sp>
      <p:sp>
        <p:nvSpPr>
          <p:cNvPr id="122" name="Google Shape;122;p2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Pandas LLM Agent</a:t>
            </a:r>
            <a:endParaRPr sz="2100" b="1" dirty="0">
              <a:solidFill>
                <a:schemeClr val="dk1"/>
              </a:solidFill>
            </a:endParaRPr>
          </a:p>
        </p:txBody>
      </p:sp>
      <p:sp>
        <p:nvSpPr>
          <p:cNvPr id="3" name="Arrow: Right 2">
            <a:extLst>
              <a:ext uri="{FF2B5EF4-FFF2-40B4-BE49-F238E27FC236}">
                <a16:creationId xmlns:a16="http://schemas.microsoft.com/office/drawing/2014/main" id="{3C1E5F2C-24EE-CFB6-BE4C-8C08752A6826}"/>
              </a:ext>
            </a:extLst>
          </p:cNvPr>
          <p:cNvSpPr/>
          <p:nvPr/>
        </p:nvSpPr>
        <p:spPr>
          <a:xfrm>
            <a:off x="2160934" y="3019850"/>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Multidocument 3">
            <a:extLst>
              <a:ext uri="{FF2B5EF4-FFF2-40B4-BE49-F238E27FC236}">
                <a16:creationId xmlns:a16="http://schemas.microsoft.com/office/drawing/2014/main" id="{134C800C-8258-FBEE-1E89-49993D9C9A88}"/>
              </a:ext>
            </a:extLst>
          </p:cNvPr>
          <p:cNvSpPr/>
          <p:nvPr/>
        </p:nvSpPr>
        <p:spPr>
          <a:xfrm>
            <a:off x="532783" y="2687595"/>
            <a:ext cx="1303037" cy="741405"/>
          </a:xfrm>
          <a:prstGeom prst="flowChartMultidocumen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User Queries</a:t>
            </a:r>
            <a:endParaRPr lang="en-US" dirty="0"/>
          </a:p>
        </p:txBody>
      </p:sp>
      <p:sp>
        <p:nvSpPr>
          <p:cNvPr id="6" name="Rectangle: Rounded Corners 5">
            <a:extLst>
              <a:ext uri="{FF2B5EF4-FFF2-40B4-BE49-F238E27FC236}">
                <a16:creationId xmlns:a16="http://schemas.microsoft.com/office/drawing/2014/main" id="{CB72A976-7E87-086E-9013-E1CE4583D48F}"/>
              </a:ext>
            </a:extLst>
          </p:cNvPr>
          <p:cNvSpPr/>
          <p:nvPr/>
        </p:nvSpPr>
        <p:spPr>
          <a:xfrm>
            <a:off x="2760152" y="2687594"/>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Prompt</a:t>
            </a:r>
            <a:endParaRPr lang="en-US" dirty="0"/>
          </a:p>
        </p:txBody>
      </p:sp>
      <p:sp>
        <p:nvSpPr>
          <p:cNvPr id="21" name="Arrow: Right 20">
            <a:extLst>
              <a:ext uri="{FF2B5EF4-FFF2-40B4-BE49-F238E27FC236}">
                <a16:creationId xmlns:a16="http://schemas.microsoft.com/office/drawing/2014/main" id="{2D47031D-5E25-926A-CF6E-3B529376A67B}"/>
              </a:ext>
            </a:extLst>
          </p:cNvPr>
          <p:cNvSpPr/>
          <p:nvPr/>
        </p:nvSpPr>
        <p:spPr>
          <a:xfrm>
            <a:off x="4261337" y="3019850"/>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EA14363-EEDE-6F75-A435-4CFEF6D78F76}"/>
              </a:ext>
            </a:extLst>
          </p:cNvPr>
          <p:cNvSpPr/>
          <p:nvPr/>
        </p:nvSpPr>
        <p:spPr>
          <a:xfrm>
            <a:off x="9934780" y="2650296"/>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Final</a:t>
            </a:r>
          </a:p>
          <a:p>
            <a:pPr algn="ctr"/>
            <a:r>
              <a:rPr lang="en-IN" dirty="0"/>
              <a:t>Answer</a:t>
            </a:r>
            <a:endParaRPr lang="en-US" dirty="0"/>
          </a:p>
        </p:txBody>
      </p:sp>
      <p:sp>
        <p:nvSpPr>
          <p:cNvPr id="12" name="Oval 11">
            <a:extLst>
              <a:ext uri="{FF2B5EF4-FFF2-40B4-BE49-F238E27FC236}">
                <a16:creationId xmlns:a16="http://schemas.microsoft.com/office/drawing/2014/main" id="{ED549A93-EA5B-FB52-B6B1-AB1B3FCAA2DD}"/>
              </a:ext>
            </a:extLst>
          </p:cNvPr>
          <p:cNvSpPr/>
          <p:nvPr/>
        </p:nvSpPr>
        <p:spPr>
          <a:xfrm>
            <a:off x="6037028" y="2113468"/>
            <a:ext cx="1644200" cy="741405"/>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Thought</a:t>
            </a:r>
            <a:endParaRPr lang="en-US" dirty="0"/>
          </a:p>
        </p:txBody>
      </p:sp>
      <p:sp>
        <p:nvSpPr>
          <p:cNvPr id="14" name="Oval 13">
            <a:extLst>
              <a:ext uri="{FF2B5EF4-FFF2-40B4-BE49-F238E27FC236}">
                <a16:creationId xmlns:a16="http://schemas.microsoft.com/office/drawing/2014/main" id="{3121220E-31D2-0644-3B88-253C793D6B38}"/>
              </a:ext>
            </a:extLst>
          </p:cNvPr>
          <p:cNvSpPr/>
          <p:nvPr/>
        </p:nvSpPr>
        <p:spPr>
          <a:xfrm>
            <a:off x="5010139" y="3358251"/>
            <a:ext cx="1644200" cy="741405"/>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Action</a:t>
            </a:r>
            <a:endParaRPr lang="en-US" dirty="0"/>
          </a:p>
        </p:txBody>
      </p:sp>
      <p:sp>
        <p:nvSpPr>
          <p:cNvPr id="16" name="Oval 15">
            <a:extLst>
              <a:ext uri="{FF2B5EF4-FFF2-40B4-BE49-F238E27FC236}">
                <a16:creationId xmlns:a16="http://schemas.microsoft.com/office/drawing/2014/main" id="{A3858B50-0678-0886-9192-8E0740FD59FD}"/>
              </a:ext>
            </a:extLst>
          </p:cNvPr>
          <p:cNvSpPr/>
          <p:nvPr/>
        </p:nvSpPr>
        <p:spPr>
          <a:xfrm>
            <a:off x="7184203" y="3364202"/>
            <a:ext cx="1644200" cy="741405"/>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Observation</a:t>
            </a:r>
            <a:endParaRPr lang="en-US" dirty="0"/>
          </a:p>
        </p:txBody>
      </p:sp>
      <p:sp>
        <p:nvSpPr>
          <p:cNvPr id="17" name="Rectangle 16">
            <a:extLst>
              <a:ext uri="{FF2B5EF4-FFF2-40B4-BE49-F238E27FC236}">
                <a16:creationId xmlns:a16="http://schemas.microsoft.com/office/drawing/2014/main" id="{C327C6EF-5716-B141-8168-EF6E25DA9C82}"/>
              </a:ext>
            </a:extLst>
          </p:cNvPr>
          <p:cNvSpPr/>
          <p:nvPr/>
        </p:nvSpPr>
        <p:spPr>
          <a:xfrm>
            <a:off x="4774789" y="1976367"/>
            <a:ext cx="4356825" cy="23786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0BB74FC-6DE5-5515-A92C-19648D233197}"/>
              </a:ext>
            </a:extLst>
          </p:cNvPr>
          <p:cNvSpPr txBox="1"/>
          <p:nvPr/>
        </p:nvSpPr>
        <p:spPr>
          <a:xfrm>
            <a:off x="5754957" y="1567117"/>
            <a:ext cx="2208342" cy="307777"/>
          </a:xfrm>
          <a:prstGeom prst="rect">
            <a:avLst/>
          </a:prstGeom>
          <a:noFill/>
        </p:spPr>
        <p:txBody>
          <a:bodyPr wrap="square" rtlCol="0">
            <a:spAutoFit/>
          </a:bodyPr>
          <a:lstStyle/>
          <a:p>
            <a:pPr algn="ctr"/>
            <a:r>
              <a:rPr lang="en-IN" b="1" dirty="0" err="1"/>
              <a:t>ReACT</a:t>
            </a:r>
            <a:r>
              <a:rPr lang="en-IN" b="1" dirty="0"/>
              <a:t> Workflow</a:t>
            </a:r>
            <a:endParaRPr lang="en-US" b="1" dirty="0"/>
          </a:p>
        </p:txBody>
      </p:sp>
      <p:cxnSp>
        <p:nvCxnSpPr>
          <p:cNvPr id="26" name="Straight Arrow Connector 25">
            <a:extLst>
              <a:ext uri="{FF2B5EF4-FFF2-40B4-BE49-F238E27FC236}">
                <a16:creationId xmlns:a16="http://schemas.microsoft.com/office/drawing/2014/main" id="{7BE7C5FE-40C2-5D0A-2F54-D776FE453D8B}"/>
              </a:ext>
            </a:extLst>
          </p:cNvPr>
          <p:cNvCxnSpPr>
            <a:cxnSpLocks/>
          </p:cNvCxnSpPr>
          <p:nvPr/>
        </p:nvCxnSpPr>
        <p:spPr>
          <a:xfrm flipH="1">
            <a:off x="5881667" y="2835791"/>
            <a:ext cx="419889" cy="445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FB3B2E1-7378-4B3D-0E73-2160625DDB87}"/>
              </a:ext>
            </a:extLst>
          </p:cNvPr>
          <p:cNvCxnSpPr>
            <a:cxnSpLocks/>
          </p:cNvCxnSpPr>
          <p:nvPr/>
        </p:nvCxnSpPr>
        <p:spPr>
          <a:xfrm>
            <a:off x="6733407" y="3728953"/>
            <a:ext cx="4013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FFBC285F-D709-7C04-2E30-89CB8A037501}"/>
              </a:ext>
            </a:extLst>
          </p:cNvPr>
          <p:cNvCxnSpPr>
            <a:cxnSpLocks/>
          </p:cNvCxnSpPr>
          <p:nvPr/>
        </p:nvCxnSpPr>
        <p:spPr>
          <a:xfrm flipH="1" flipV="1">
            <a:off x="7478934" y="2803522"/>
            <a:ext cx="447294" cy="4592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Arrow: Right 97">
            <a:extLst>
              <a:ext uri="{FF2B5EF4-FFF2-40B4-BE49-F238E27FC236}">
                <a16:creationId xmlns:a16="http://schemas.microsoft.com/office/drawing/2014/main" id="{A48E2198-D872-3E8D-72D1-D9D9723EDFC4}"/>
              </a:ext>
            </a:extLst>
          </p:cNvPr>
          <p:cNvSpPr/>
          <p:nvPr/>
        </p:nvSpPr>
        <p:spPr>
          <a:xfrm>
            <a:off x="9304653" y="3019849"/>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EFC70243-8150-45B2-F91B-576313EA5D49}"/>
              </a:ext>
            </a:extLst>
          </p:cNvPr>
          <p:cNvSpPr/>
          <p:nvPr/>
        </p:nvSpPr>
        <p:spPr>
          <a:xfrm>
            <a:off x="4063189" y="4929144"/>
            <a:ext cx="1691768"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Google Search</a:t>
            </a:r>
            <a:endParaRPr lang="en-US" dirty="0"/>
          </a:p>
        </p:txBody>
      </p:sp>
      <p:sp>
        <p:nvSpPr>
          <p:cNvPr id="101" name="Rectangle: Rounded Corners 100">
            <a:extLst>
              <a:ext uri="{FF2B5EF4-FFF2-40B4-BE49-F238E27FC236}">
                <a16:creationId xmlns:a16="http://schemas.microsoft.com/office/drawing/2014/main" id="{6147056C-BEBC-91CE-1CA6-8765537A7B14}"/>
              </a:ext>
            </a:extLst>
          </p:cNvPr>
          <p:cNvSpPr/>
          <p:nvPr/>
        </p:nvSpPr>
        <p:spPr>
          <a:xfrm>
            <a:off x="5878247" y="4959726"/>
            <a:ext cx="1194743"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Wikipedia</a:t>
            </a:r>
            <a:endParaRPr lang="en-US" dirty="0"/>
          </a:p>
        </p:txBody>
      </p:sp>
      <p:sp>
        <p:nvSpPr>
          <p:cNvPr id="102" name="Rectangle: Rounded Corners 101">
            <a:extLst>
              <a:ext uri="{FF2B5EF4-FFF2-40B4-BE49-F238E27FC236}">
                <a16:creationId xmlns:a16="http://schemas.microsoft.com/office/drawing/2014/main" id="{79B68C51-7CA6-D00D-1945-902779CA4B9E}"/>
              </a:ext>
            </a:extLst>
          </p:cNvPr>
          <p:cNvSpPr/>
          <p:nvPr/>
        </p:nvSpPr>
        <p:spPr>
          <a:xfrm>
            <a:off x="7233351" y="4937204"/>
            <a:ext cx="1194743"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Weather</a:t>
            </a:r>
            <a:endParaRPr lang="en-US" dirty="0"/>
          </a:p>
        </p:txBody>
      </p:sp>
      <p:sp>
        <p:nvSpPr>
          <p:cNvPr id="103" name="Rectangle 102">
            <a:extLst>
              <a:ext uri="{FF2B5EF4-FFF2-40B4-BE49-F238E27FC236}">
                <a16:creationId xmlns:a16="http://schemas.microsoft.com/office/drawing/2014/main" id="{F9BE1E37-E1F4-8D27-AAE4-3292F3BFE61D}"/>
              </a:ext>
            </a:extLst>
          </p:cNvPr>
          <p:cNvSpPr/>
          <p:nvPr/>
        </p:nvSpPr>
        <p:spPr>
          <a:xfrm>
            <a:off x="4006465" y="4858395"/>
            <a:ext cx="4544411" cy="9048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2171B491-2701-E752-9824-3CC27852442D}"/>
              </a:ext>
            </a:extLst>
          </p:cNvPr>
          <p:cNvSpPr txBox="1"/>
          <p:nvPr/>
        </p:nvSpPr>
        <p:spPr>
          <a:xfrm>
            <a:off x="5925038" y="4535379"/>
            <a:ext cx="1363419" cy="307777"/>
          </a:xfrm>
          <a:prstGeom prst="rect">
            <a:avLst/>
          </a:prstGeom>
          <a:noFill/>
        </p:spPr>
        <p:txBody>
          <a:bodyPr wrap="square" rtlCol="0">
            <a:spAutoFit/>
          </a:bodyPr>
          <a:lstStyle/>
          <a:p>
            <a:pPr algn="ctr"/>
            <a:r>
              <a:rPr lang="en-IN" b="1" dirty="0"/>
              <a:t>Tools</a:t>
            </a:r>
            <a:endParaRPr lang="en-US" b="1" dirty="0"/>
          </a:p>
        </p:txBody>
      </p:sp>
      <p:cxnSp>
        <p:nvCxnSpPr>
          <p:cNvPr id="106" name="Connector: Curved 105">
            <a:extLst>
              <a:ext uri="{FF2B5EF4-FFF2-40B4-BE49-F238E27FC236}">
                <a16:creationId xmlns:a16="http://schemas.microsoft.com/office/drawing/2014/main" id="{4E51DA8D-1387-070B-2F2F-8F8C8F3B5B69}"/>
              </a:ext>
            </a:extLst>
          </p:cNvPr>
          <p:cNvCxnSpPr>
            <a:stCxn id="14" idx="4"/>
            <a:endCxn id="103" idx="0"/>
          </p:cNvCxnSpPr>
          <p:nvPr/>
        </p:nvCxnSpPr>
        <p:spPr>
          <a:xfrm rot="16200000" flipH="1">
            <a:off x="5676086" y="4255809"/>
            <a:ext cx="758739" cy="446432"/>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769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IN" dirty="0">
                <a:solidFill>
                  <a:srgbClr val="C7C8CB"/>
                </a:solidFill>
              </a:rPr>
              <a:t>3</a:t>
            </a:r>
            <a:endParaRPr dirty="0">
              <a:solidFill>
                <a:srgbClr val="C7C8CB"/>
              </a:solidFill>
            </a:endParaRPr>
          </a:p>
        </p:txBody>
      </p:sp>
      <p:sp>
        <p:nvSpPr>
          <p:cNvPr id="122" name="Google Shape;122;p2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Pandas LLM Agent</a:t>
            </a:r>
            <a:endParaRPr sz="2100" b="1" dirty="0">
              <a:solidFill>
                <a:schemeClr val="dk1"/>
              </a:solidFill>
            </a:endParaRPr>
          </a:p>
        </p:txBody>
      </p:sp>
      <p:sp>
        <p:nvSpPr>
          <p:cNvPr id="3" name="Arrow: Right 2">
            <a:extLst>
              <a:ext uri="{FF2B5EF4-FFF2-40B4-BE49-F238E27FC236}">
                <a16:creationId xmlns:a16="http://schemas.microsoft.com/office/drawing/2014/main" id="{3C1E5F2C-24EE-CFB6-BE4C-8C08752A6826}"/>
              </a:ext>
            </a:extLst>
          </p:cNvPr>
          <p:cNvSpPr/>
          <p:nvPr/>
        </p:nvSpPr>
        <p:spPr>
          <a:xfrm>
            <a:off x="2160934" y="2154864"/>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Multidocument 3">
            <a:extLst>
              <a:ext uri="{FF2B5EF4-FFF2-40B4-BE49-F238E27FC236}">
                <a16:creationId xmlns:a16="http://schemas.microsoft.com/office/drawing/2014/main" id="{134C800C-8258-FBEE-1E89-49993D9C9A88}"/>
              </a:ext>
            </a:extLst>
          </p:cNvPr>
          <p:cNvSpPr/>
          <p:nvPr/>
        </p:nvSpPr>
        <p:spPr>
          <a:xfrm>
            <a:off x="532783" y="1822609"/>
            <a:ext cx="1303037" cy="741405"/>
          </a:xfrm>
          <a:prstGeom prst="flowChartMultidocumen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User Queries</a:t>
            </a:r>
            <a:endParaRPr lang="en-US" dirty="0"/>
          </a:p>
        </p:txBody>
      </p:sp>
      <p:sp>
        <p:nvSpPr>
          <p:cNvPr id="6" name="Rectangle: Rounded Corners 5">
            <a:extLst>
              <a:ext uri="{FF2B5EF4-FFF2-40B4-BE49-F238E27FC236}">
                <a16:creationId xmlns:a16="http://schemas.microsoft.com/office/drawing/2014/main" id="{CB72A976-7E87-086E-9013-E1CE4583D48F}"/>
              </a:ext>
            </a:extLst>
          </p:cNvPr>
          <p:cNvSpPr/>
          <p:nvPr/>
        </p:nvSpPr>
        <p:spPr>
          <a:xfrm>
            <a:off x="2760152" y="1822608"/>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Prompt</a:t>
            </a:r>
            <a:endParaRPr lang="en-US" dirty="0"/>
          </a:p>
        </p:txBody>
      </p:sp>
      <p:sp>
        <p:nvSpPr>
          <p:cNvPr id="21" name="Arrow: Right 20">
            <a:extLst>
              <a:ext uri="{FF2B5EF4-FFF2-40B4-BE49-F238E27FC236}">
                <a16:creationId xmlns:a16="http://schemas.microsoft.com/office/drawing/2014/main" id="{2D47031D-5E25-926A-CF6E-3B529376A67B}"/>
              </a:ext>
            </a:extLst>
          </p:cNvPr>
          <p:cNvSpPr/>
          <p:nvPr/>
        </p:nvSpPr>
        <p:spPr>
          <a:xfrm>
            <a:off x="4261337" y="2154864"/>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EA14363-EEDE-6F75-A435-4CFEF6D78F76}"/>
              </a:ext>
            </a:extLst>
          </p:cNvPr>
          <p:cNvSpPr/>
          <p:nvPr/>
        </p:nvSpPr>
        <p:spPr>
          <a:xfrm>
            <a:off x="9934780" y="1785310"/>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Final</a:t>
            </a:r>
          </a:p>
          <a:p>
            <a:pPr algn="ctr"/>
            <a:r>
              <a:rPr lang="en-IN" dirty="0"/>
              <a:t>Answer</a:t>
            </a:r>
            <a:endParaRPr lang="en-US" dirty="0"/>
          </a:p>
        </p:txBody>
      </p:sp>
      <p:sp>
        <p:nvSpPr>
          <p:cNvPr id="12" name="Oval 11">
            <a:extLst>
              <a:ext uri="{FF2B5EF4-FFF2-40B4-BE49-F238E27FC236}">
                <a16:creationId xmlns:a16="http://schemas.microsoft.com/office/drawing/2014/main" id="{ED549A93-EA5B-FB52-B6B1-AB1B3FCAA2DD}"/>
              </a:ext>
            </a:extLst>
          </p:cNvPr>
          <p:cNvSpPr/>
          <p:nvPr/>
        </p:nvSpPr>
        <p:spPr>
          <a:xfrm>
            <a:off x="6037028" y="1248482"/>
            <a:ext cx="1644200" cy="741405"/>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Thought</a:t>
            </a:r>
            <a:endParaRPr lang="en-US" dirty="0"/>
          </a:p>
        </p:txBody>
      </p:sp>
      <p:sp>
        <p:nvSpPr>
          <p:cNvPr id="14" name="Oval 13">
            <a:extLst>
              <a:ext uri="{FF2B5EF4-FFF2-40B4-BE49-F238E27FC236}">
                <a16:creationId xmlns:a16="http://schemas.microsoft.com/office/drawing/2014/main" id="{3121220E-31D2-0644-3B88-253C793D6B38}"/>
              </a:ext>
            </a:extLst>
          </p:cNvPr>
          <p:cNvSpPr/>
          <p:nvPr/>
        </p:nvSpPr>
        <p:spPr>
          <a:xfrm>
            <a:off x="5010139" y="2493265"/>
            <a:ext cx="1644200" cy="741405"/>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Action</a:t>
            </a:r>
            <a:endParaRPr lang="en-US" dirty="0"/>
          </a:p>
        </p:txBody>
      </p:sp>
      <p:sp>
        <p:nvSpPr>
          <p:cNvPr id="16" name="Oval 15">
            <a:extLst>
              <a:ext uri="{FF2B5EF4-FFF2-40B4-BE49-F238E27FC236}">
                <a16:creationId xmlns:a16="http://schemas.microsoft.com/office/drawing/2014/main" id="{A3858B50-0678-0886-9192-8E0740FD59FD}"/>
              </a:ext>
            </a:extLst>
          </p:cNvPr>
          <p:cNvSpPr/>
          <p:nvPr/>
        </p:nvSpPr>
        <p:spPr>
          <a:xfrm>
            <a:off x="7184203" y="2499216"/>
            <a:ext cx="1644200" cy="741405"/>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Observation</a:t>
            </a:r>
            <a:endParaRPr lang="en-US" dirty="0"/>
          </a:p>
        </p:txBody>
      </p:sp>
      <p:sp>
        <p:nvSpPr>
          <p:cNvPr id="17" name="Rectangle 16">
            <a:extLst>
              <a:ext uri="{FF2B5EF4-FFF2-40B4-BE49-F238E27FC236}">
                <a16:creationId xmlns:a16="http://schemas.microsoft.com/office/drawing/2014/main" id="{C327C6EF-5716-B141-8168-EF6E25DA9C82}"/>
              </a:ext>
            </a:extLst>
          </p:cNvPr>
          <p:cNvSpPr/>
          <p:nvPr/>
        </p:nvSpPr>
        <p:spPr>
          <a:xfrm>
            <a:off x="4774789" y="1111381"/>
            <a:ext cx="4356825" cy="23786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0BB74FC-6DE5-5515-A92C-19648D233197}"/>
              </a:ext>
            </a:extLst>
          </p:cNvPr>
          <p:cNvSpPr txBox="1"/>
          <p:nvPr/>
        </p:nvSpPr>
        <p:spPr>
          <a:xfrm>
            <a:off x="5754957" y="702131"/>
            <a:ext cx="2208342" cy="307777"/>
          </a:xfrm>
          <a:prstGeom prst="rect">
            <a:avLst/>
          </a:prstGeom>
          <a:noFill/>
        </p:spPr>
        <p:txBody>
          <a:bodyPr wrap="square" rtlCol="0">
            <a:spAutoFit/>
          </a:bodyPr>
          <a:lstStyle/>
          <a:p>
            <a:pPr algn="ctr"/>
            <a:r>
              <a:rPr lang="en-IN" b="1" dirty="0" err="1"/>
              <a:t>ReACT</a:t>
            </a:r>
            <a:r>
              <a:rPr lang="en-IN" b="1" dirty="0"/>
              <a:t> Workflow</a:t>
            </a:r>
            <a:endParaRPr lang="en-US" b="1" dirty="0"/>
          </a:p>
        </p:txBody>
      </p:sp>
      <p:cxnSp>
        <p:nvCxnSpPr>
          <p:cNvPr id="26" name="Straight Arrow Connector 25">
            <a:extLst>
              <a:ext uri="{FF2B5EF4-FFF2-40B4-BE49-F238E27FC236}">
                <a16:creationId xmlns:a16="http://schemas.microsoft.com/office/drawing/2014/main" id="{7BE7C5FE-40C2-5D0A-2F54-D776FE453D8B}"/>
              </a:ext>
            </a:extLst>
          </p:cNvPr>
          <p:cNvCxnSpPr>
            <a:cxnSpLocks/>
          </p:cNvCxnSpPr>
          <p:nvPr/>
        </p:nvCxnSpPr>
        <p:spPr>
          <a:xfrm flipH="1">
            <a:off x="5881667" y="1970805"/>
            <a:ext cx="419889" cy="445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FB3B2E1-7378-4B3D-0E73-2160625DDB87}"/>
              </a:ext>
            </a:extLst>
          </p:cNvPr>
          <p:cNvCxnSpPr>
            <a:cxnSpLocks/>
          </p:cNvCxnSpPr>
          <p:nvPr/>
        </p:nvCxnSpPr>
        <p:spPr>
          <a:xfrm>
            <a:off x="6733407" y="2863967"/>
            <a:ext cx="4013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FFBC285F-D709-7C04-2E30-89CB8A037501}"/>
              </a:ext>
            </a:extLst>
          </p:cNvPr>
          <p:cNvCxnSpPr>
            <a:cxnSpLocks/>
          </p:cNvCxnSpPr>
          <p:nvPr/>
        </p:nvCxnSpPr>
        <p:spPr>
          <a:xfrm flipH="1" flipV="1">
            <a:off x="7478934" y="1938536"/>
            <a:ext cx="447294" cy="4592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Arrow: Right 97">
            <a:extLst>
              <a:ext uri="{FF2B5EF4-FFF2-40B4-BE49-F238E27FC236}">
                <a16:creationId xmlns:a16="http://schemas.microsoft.com/office/drawing/2014/main" id="{A48E2198-D872-3E8D-72D1-D9D9723EDFC4}"/>
              </a:ext>
            </a:extLst>
          </p:cNvPr>
          <p:cNvSpPr/>
          <p:nvPr/>
        </p:nvSpPr>
        <p:spPr>
          <a:xfrm>
            <a:off x="9304653" y="2154863"/>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123;p22">
            <a:extLst>
              <a:ext uri="{FF2B5EF4-FFF2-40B4-BE49-F238E27FC236}">
                <a16:creationId xmlns:a16="http://schemas.microsoft.com/office/drawing/2014/main" id="{6AEA6BA7-747F-CCFD-458F-CB06C69B5F13}"/>
              </a:ext>
            </a:extLst>
          </p:cNvPr>
          <p:cNvSpPr txBox="1"/>
          <p:nvPr/>
        </p:nvSpPr>
        <p:spPr>
          <a:xfrm>
            <a:off x="-240637" y="2962819"/>
            <a:ext cx="12752173" cy="1606889"/>
          </a:xfrm>
          <a:prstGeom prst="rect">
            <a:avLst/>
          </a:prstGeom>
          <a:noFill/>
          <a:ln>
            <a:noFill/>
          </a:ln>
        </p:spPr>
        <p:txBody>
          <a:bodyPr spcFirstLastPara="1" wrap="square" lIns="91425" tIns="91425" rIns="91425" bIns="91425" anchor="t" anchorCtr="0">
            <a:noAutofit/>
          </a:bodyPr>
          <a:lstStyle/>
          <a:p>
            <a:pPr marL="457200" lvl="0" algn="l" rtl="0">
              <a:lnSpc>
                <a:spcPct val="150000"/>
              </a:lnSpc>
              <a:spcBef>
                <a:spcPts val="0"/>
              </a:spcBef>
              <a:spcAft>
                <a:spcPts val="0"/>
              </a:spcAft>
            </a:pPr>
            <a:r>
              <a:rPr lang="en-IN" sz="1800" dirty="0">
                <a:solidFill>
                  <a:schemeClr val="dk1"/>
                </a:solidFill>
              </a:rPr>
              <a:t>Different type of queries</a:t>
            </a:r>
          </a:p>
          <a:p>
            <a:pPr marL="800100" lvl="0" indent="-342900" algn="l" rtl="0">
              <a:lnSpc>
                <a:spcPct val="150000"/>
              </a:lnSpc>
              <a:spcBef>
                <a:spcPts val="0"/>
              </a:spcBef>
              <a:spcAft>
                <a:spcPts val="0"/>
              </a:spcAft>
              <a:buAutoNum type="arabicPeriod"/>
            </a:pPr>
            <a:r>
              <a:rPr lang="en-IN" sz="1800" dirty="0">
                <a:solidFill>
                  <a:schemeClr val="dk1"/>
                </a:solidFill>
              </a:rPr>
              <a:t>Simple queries</a:t>
            </a:r>
          </a:p>
          <a:p>
            <a:pPr marL="800100" lvl="0" indent="-342900" algn="l" rtl="0">
              <a:lnSpc>
                <a:spcPct val="150000"/>
              </a:lnSpc>
              <a:spcBef>
                <a:spcPts val="0"/>
              </a:spcBef>
              <a:spcAft>
                <a:spcPts val="0"/>
              </a:spcAft>
              <a:buAutoNum type="arabicPeriod"/>
            </a:pPr>
            <a:r>
              <a:rPr lang="en-IN" sz="1800" dirty="0">
                <a:solidFill>
                  <a:schemeClr val="dk1"/>
                </a:solidFill>
              </a:rPr>
              <a:t>Generic queries</a:t>
            </a:r>
          </a:p>
          <a:p>
            <a:pPr marL="800100" lvl="0" indent="-342900" algn="l" rtl="0">
              <a:lnSpc>
                <a:spcPct val="150000"/>
              </a:lnSpc>
              <a:spcBef>
                <a:spcPts val="0"/>
              </a:spcBef>
              <a:spcAft>
                <a:spcPts val="0"/>
              </a:spcAft>
              <a:buAutoNum type="arabicPeriod"/>
            </a:pPr>
            <a:r>
              <a:rPr lang="en-IN" sz="1800" dirty="0">
                <a:solidFill>
                  <a:schemeClr val="dk1"/>
                </a:solidFill>
              </a:rPr>
              <a:t>Out-of-Data Queries - Not related to the data</a:t>
            </a:r>
          </a:p>
          <a:p>
            <a:pPr marL="800100" lvl="0" indent="-342900" algn="l" rtl="0">
              <a:lnSpc>
                <a:spcPct val="150000"/>
              </a:lnSpc>
              <a:spcBef>
                <a:spcPts val="0"/>
              </a:spcBef>
              <a:spcAft>
                <a:spcPts val="0"/>
              </a:spcAft>
              <a:buAutoNum type="arabicPeriod"/>
            </a:pPr>
            <a:r>
              <a:rPr lang="en-IN" sz="1800" dirty="0">
                <a:solidFill>
                  <a:schemeClr val="dk1"/>
                </a:solidFill>
              </a:rPr>
              <a:t>Data Analysis Queries</a:t>
            </a:r>
          </a:p>
          <a:p>
            <a:pPr marL="800100" lvl="0" indent="-342900" algn="l" rtl="0">
              <a:lnSpc>
                <a:spcPct val="150000"/>
              </a:lnSpc>
              <a:spcBef>
                <a:spcPts val="0"/>
              </a:spcBef>
              <a:spcAft>
                <a:spcPts val="0"/>
              </a:spcAft>
              <a:buAutoNum type="arabicPeriod"/>
            </a:pPr>
            <a:r>
              <a:rPr lang="en-IN" sz="1800" dirty="0">
                <a:solidFill>
                  <a:schemeClr val="dk1"/>
                </a:solidFill>
              </a:rPr>
              <a:t>Complex Queries - These are very hard to answer and evaluate. Sometimes agents make their own assumptions while doing the analysis. its important we give enough instructions/demonstrations to steer the agent analysis. </a:t>
            </a:r>
          </a:p>
        </p:txBody>
      </p:sp>
      <p:cxnSp>
        <p:nvCxnSpPr>
          <p:cNvPr id="8" name="Connector: Curved 7">
            <a:extLst>
              <a:ext uri="{FF2B5EF4-FFF2-40B4-BE49-F238E27FC236}">
                <a16:creationId xmlns:a16="http://schemas.microsoft.com/office/drawing/2014/main" id="{BFC4EB04-0E08-12D7-F75D-8ABEA3EE22DE}"/>
              </a:ext>
            </a:extLst>
          </p:cNvPr>
          <p:cNvCxnSpPr/>
          <p:nvPr/>
        </p:nvCxnSpPr>
        <p:spPr>
          <a:xfrm rot="16200000" flipH="1">
            <a:off x="976377" y="2627818"/>
            <a:ext cx="628583" cy="51412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4844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IN" dirty="0">
                <a:solidFill>
                  <a:srgbClr val="C7C8CB"/>
                </a:solidFill>
              </a:rPr>
              <a:t>4</a:t>
            </a:r>
            <a:endParaRPr dirty="0">
              <a:solidFill>
                <a:srgbClr val="C7C8CB"/>
              </a:solidFill>
            </a:endParaRPr>
          </a:p>
        </p:txBody>
      </p:sp>
      <p:sp>
        <p:nvSpPr>
          <p:cNvPr id="122" name="Google Shape;122;p2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Pandas LLM Agent</a:t>
            </a:r>
            <a:endParaRPr sz="2100" b="1" dirty="0">
              <a:solidFill>
                <a:schemeClr val="dk1"/>
              </a:solidFill>
            </a:endParaRPr>
          </a:p>
        </p:txBody>
      </p:sp>
      <p:sp>
        <p:nvSpPr>
          <p:cNvPr id="3" name="Arrow: Right 2">
            <a:extLst>
              <a:ext uri="{FF2B5EF4-FFF2-40B4-BE49-F238E27FC236}">
                <a16:creationId xmlns:a16="http://schemas.microsoft.com/office/drawing/2014/main" id="{3C1E5F2C-24EE-CFB6-BE4C-8C08752A6826}"/>
              </a:ext>
            </a:extLst>
          </p:cNvPr>
          <p:cNvSpPr/>
          <p:nvPr/>
        </p:nvSpPr>
        <p:spPr>
          <a:xfrm>
            <a:off x="2160934" y="2154864"/>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Multidocument 3">
            <a:extLst>
              <a:ext uri="{FF2B5EF4-FFF2-40B4-BE49-F238E27FC236}">
                <a16:creationId xmlns:a16="http://schemas.microsoft.com/office/drawing/2014/main" id="{134C800C-8258-FBEE-1E89-49993D9C9A88}"/>
              </a:ext>
            </a:extLst>
          </p:cNvPr>
          <p:cNvSpPr/>
          <p:nvPr/>
        </p:nvSpPr>
        <p:spPr>
          <a:xfrm>
            <a:off x="532783" y="1822609"/>
            <a:ext cx="1303037" cy="741405"/>
          </a:xfrm>
          <a:prstGeom prst="flowChartMultidocumen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User Queries</a:t>
            </a:r>
            <a:endParaRPr lang="en-US" dirty="0"/>
          </a:p>
        </p:txBody>
      </p:sp>
      <p:sp>
        <p:nvSpPr>
          <p:cNvPr id="6" name="Rectangle: Rounded Corners 5">
            <a:extLst>
              <a:ext uri="{FF2B5EF4-FFF2-40B4-BE49-F238E27FC236}">
                <a16:creationId xmlns:a16="http://schemas.microsoft.com/office/drawing/2014/main" id="{CB72A976-7E87-086E-9013-E1CE4583D48F}"/>
              </a:ext>
            </a:extLst>
          </p:cNvPr>
          <p:cNvSpPr/>
          <p:nvPr/>
        </p:nvSpPr>
        <p:spPr>
          <a:xfrm>
            <a:off x="2760152" y="1822608"/>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Prompt</a:t>
            </a:r>
            <a:endParaRPr lang="en-US" dirty="0"/>
          </a:p>
        </p:txBody>
      </p:sp>
      <p:sp>
        <p:nvSpPr>
          <p:cNvPr id="21" name="Arrow: Right 20">
            <a:extLst>
              <a:ext uri="{FF2B5EF4-FFF2-40B4-BE49-F238E27FC236}">
                <a16:creationId xmlns:a16="http://schemas.microsoft.com/office/drawing/2014/main" id="{2D47031D-5E25-926A-CF6E-3B529376A67B}"/>
              </a:ext>
            </a:extLst>
          </p:cNvPr>
          <p:cNvSpPr/>
          <p:nvPr/>
        </p:nvSpPr>
        <p:spPr>
          <a:xfrm>
            <a:off x="4261337" y="2154864"/>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EA14363-EEDE-6F75-A435-4CFEF6D78F76}"/>
              </a:ext>
            </a:extLst>
          </p:cNvPr>
          <p:cNvSpPr/>
          <p:nvPr/>
        </p:nvSpPr>
        <p:spPr>
          <a:xfrm>
            <a:off x="9934780" y="1785310"/>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Final</a:t>
            </a:r>
          </a:p>
          <a:p>
            <a:pPr algn="ctr"/>
            <a:r>
              <a:rPr lang="en-IN" dirty="0"/>
              <a:t>Answer</a:t>
            </a:r>
            <a:endParaRPr lang="en-US" dirty="0"/>
          </a:p>
        </p:txBody>
      </p:sp>
      <p:sp>
        <p:nvSpPr>
          <p:cNvPr id="12" name="Oval 11">
            <a:extLst>
              <a:ext uri="{FF2B5EF4-FFF2-40B4-BE49-F238E27FC236}">
                <a16:creationId xmlns:a16="http://schemas.microsoft.com/office/drawing/2014/main" id="{ED549A93-EA5B-FB52-B6B1-AB1B3FCAA2DD}"/>
              </a:ext>
            </a:extLst>
          </p:cNvPr>
          <p:cNvSpPr/>
          <p:nvPr/>
        </p:nvSpPr>
        <p:spPr>
          <a:xfrm>
            <a:off x="6037028" y="1248482"/>
            <a:ext cx="1644200" cy="741405"/>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Thought</a:t>
            </a:r>
            <a:endParaRPr lang="en-US" dirty="0"/>
          </a:p>
        </p:txBody>
      </p:sp>
      <p:sp>
        <p:nvSpPr>
          <p:cNvPr id="14" name="Oval 13">
            <a:extLst>
              <a:ext uri="{FF2B5EF4-FFF2-40B4-BE49-F238E27FC236}">
                <a16:creationId xmlns:a16="http://schemas.microsoft.com/office/drawing/2014/main" id="{3121220E-31D2-0644-3B88-253C793D6B38}"/>
              </a:ext>
            </a:extLst>
          </p:cNvPr>
          <p:cNvSpPr/>
          <p:nvPr/>
        </p:nvSpPr>
        <p:spPr>
          <a:xfrm>
            <a:off x="5010139" y="2493265"/>
            <a:ext cx="1644200" cy="741405"/>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Action</a:t>
            </a:r>
            <a:endParaRPr lang="en-US" dirty="0"/>
          </a:p>
        </p:txBody>
      </p:sp>
      <p:sp>
        <p:nvSpPr>
          <p:cNvPr id="16" name="Oval 15">
            <a:extLst>
              <a:ext uri="{FF2B5EF4-FFF2-40B4-BE49-F238E27FC236}">
                <a16:creationId xmlns:a16="http://schemas.microsoft.com/office/drawing/2014/main" id="{A3858B50-0678-0886-9192-8E0740FD59FD}"/>
              </a:ext>
            </a:extLst>
          </p:cNvPr>
          <p:cNvSpPr/>
          <p:nvPr/>
        </p:nvSpPr>
        <p:spPr>
          <a:xfrm>
            <a:off x="7184203" y="2499216"/>
            <a:ext cx="1644200" cy="741405"/>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Observation</a:t>
            </a:r>
            <a:endParaRPr lang="en-US" dirty="0"/>
          </a:p>
        </p:txBody>
      </p:sp>
      <p:sp>
        <p:nvSpPr>
          <p:cNvPr id="17" name="Rectangle 16">
            <a:extLst>
              <a:ext uri="{FF2B5EF4-FFF2-40B4-BE49-F238E27FC236}">
                <a16:creationId xmlns:a16="http://schemas.microsoft.com/office/drawing/2014/main" id="{C327C6EF-5716-B141-8168-EF6E25DA9C82}"/>
              </a:ext>
            </a:extLst>
          </p:cNvPr>
          <p:cNvSpPr/>
          <p:nvPr/>
        </p:nvSpPr>
        <p:spPr>
          <a:xfrm>
            <a:off x="4774789" y="1111381"/>
            <a:ext cx="4356825" cy="23786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0BB74FC-6DE5-5515-A92C-19648D233197}"/>
              </a:ext>
            </a:extLst>
          </p:cNvPr>
          <p:cNvSpPr txBox="1"/>
          <p:nvPr/>
        </p:nvSpPr>
        <p:spPr>
          <a:xfrm>
            <a:off x="5754957" y="702131"/>
            <a:ext cx="2208342" cy="307777"/>
          </a:xfrm>
          <a:prstGeom prst="rect">
            <a:avLst/>
          </a:prstGeom>
          <a:noFill/>
        </p:spPr>
        <p:txBody>
          <a:bodyPr wrap="square" rtlCol="0">
            <a:spAutoFit/>
          </a:bodyPr>
          <a:lstStyle/>
          <a:p>
            <a:pPr algn="ctr"/>
            <a:r>
              <a:rPr lang="en-IN" b="1" dirty="0" err="1"/>
              <a:t>ReACT</a:t>
            </a:r>
            <a:r>
              <a:rPr lang="en-IN" b="1" dirty="0"/>
              <a:t> Workflow</a:t>
            </a:r>
            <a:endParaRPr lang="en-US" b="1" dirty="0"/>
          </a:p>
        </p:txBody>
      </p:sp>
      <p:cxnSp>
        <p:nvCxnSpPr>
          <p:cNvPr id="26" name="Straight Arrow Connector 25">
            <a:extLst>
              <a:ext uri="{FF2B5EF4-FFF2-40B4-BE49-F238E27FC236}">
                <a16:creationId xmlns:a16="http://schemas.microsoft.com/office/drawing/2014/main" id="{7BE7C5FE-40C2-5D0A-2F54-D776FE453D8B}"/>
              </a:ext>
            </a:extLst>
          </p:cNvPr>
          <p:cNvCxnSpPr>
            <a:cxnSpLocks/>
          </p:cNvCxnSpPr>
          <p:nvPr/>
        </p:nvCxnSpPr>
        <p:spPr>
          <a:xfrm flipH="1">
            <a:off x="5881667" y="1970805"/>
            <a:ext cx="419889" cy="445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FB3B2E1-7378-4B3D-0E73-2160625DDB87}"/>
              </a:ext>
            </a:extLst>
          </p:cNvPr>
          <p:cNvCxnSpPr>
            <a:cxnSpLocks/>
          </p:cNvCxnSpPr>
          <p:nvPr/>
        </p:nvCxnSpPr>
        <p:spPr>
          <a:xfrm>
            <a:off x="6733407" y="2863967"/>
            <a:ext cx="4013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FFBC285F-D709-7C04-2E30-89CB8A037501}"/>
              </a:ext>
            </a:extLst>
          </p:cNvPr>
          <p:cNvCxnSpPr>
            <a:cxnSpLocks/>
          </p:cNvCxnSpPr>
          <p:nvPr/>
        </p:nvCxnSpPr>
        <p:spPr>
          <a:xfrm flipH="1" flipV="1">
            <a:off x="7478934" y="1938536"/>
            <a:ext cx="447294" cy="4592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Arrow: Right 97">
            <a:extLst>
              <a:ext uri="{FF2B5EF4-FFF2-40B4-BE49-F238E27FC236}">
                <a16:creationId xmlns:a16="http://schemas.microsoft.com/office/drawing/2014/main" id="{A48E2198-D872-3E8D-72D1-D9D9723EDFC4}"/>
              </a:ext>
            </a:extLst>
          </p:cNvPr>
          <p:cNvSpPr/>
          <p:nvPr/>
        </p:nvSpPr>
        <p:spPr>
          <a:xfrm>
            <a:off x="9304653" y="2154863"/>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123;p22">
            <a:extLst>
              <a:ext uri="{FF2B5EF4-FFF2-40B4-BE49-F238E27FC236}">
                <a16:creationId xmlns:a16="http://schemas.microsoft.com/office/drawing/2014/main" id="{6AEA6BA7-747F-CCFD-458F-CB06C69B5F13}"/>
              </a:ext>
            </a:extLst>
          </p:cNvPr>
          <p:cNvSpPr txBox="1"/>
          <p:nvPr/>
        </p:nvSpPr>
        <p:spPr>
          <a:xfrm>
            <a:off x="32665" y="3146944"/>
            <a:ext cx="4742124" cy="1606889"/>
          </a:xfrm>
          <a:prstGeom prst="rect">
            <a:avLst/>
          </a:prstGeom>
          <a:noFill/>
          <a:ln>
            <a:noFill/>
          </a:ln>
        </p:spPr>
        <p:txBody>
          <a:bodyPr spcFirstLastPara="1" wrap="square" lIns="91425" tIns="91425" rIns="91425" bIns="91425" anchor="t" anchorCtr="0">
            <a:noAutofit/>
          </a:bodyPr>
          <a:lstStyle/>
          <a:p>
            <a:pPr marL="457200" lvl="0" algn="l" rtl="0">
              <a:lnSpc>
                <a:spcPct val="150000"/>
              </a:lnSpc>
              <a:spcBef>
                <a:spcPts val="0"/>
              </a:spcBef>
              <a:spcAft>
                <a:spcPts val="0"/>
              </a:spcAft>
            </a:pPr>
            <a:r>
              <a:rPr lang="en-IN" sz="1800" dirty="0">
                <a:solidFill>
                  <a:schemeClr val="dk1"/>
                </a:solidFill>
              </a:rPr>
              <a:t>Carefully structured prompt to answer the user question efficiently</a:t>
            </a:r>
          </a:p>
          <a:p>
            <a:pPr marL="457200" lvl="0" algn="l" rtl="0">
              <a:lnSpc>
                <a:spcPct val="150000"/>
              </a:lnSpc>
              <a:spcBef>
                <a:spcPts val="0"/>
              </a:spcBef>
              <a:spcAft>
                <a:spcPts val="0"/>
              </a:spcAft>
            </a:pPr>
            <a:endParaRPr lang="en-IN" sz="1800" dirty="0">
              <a:solidFill>
                <a:schemeClr val="dk1"/>
              </a:solidFill>
            </a:endParaRPr>
          </a:p>
          <a:p>
            <a:pPr marL="457200" lvl="0" algn="l" rtl="0">
              <a:lnSpc>
                <a:spcPct val="150000"/>
              </a:lnSpc>
              <a:spcBef>
                <a:spcPts val="0"/>
              </a:spcBef>
              <a:spcAft>
                <a:spcPts val="0"/>
              </a:spcAft>
            </a:pPr>
            <a:r>
              <a:rPr lang="en-IN" sz="1800" dirty="0">
                <a:solidFill>
                  <a:schemeClr val="dk1"/>
                </a:solidFill>
              </a:rPr>
              <a:t>Note: Final prompt is in the next slide   </a:t>
            </a:r>
          </a:p>
        </p:txBody>
      </p:sp>
      <p:cxnSp>
        <p:nvCxnSpPr>
          <p:cNvPr id="8" name="Connector: Curved 7">
            <a:extLst>
              <a:ext uri="{FF2B5EF4-FFF2-40B4-BE49-F238E27FC236}">
                <a16:creationId xmlns:a16="http://schemas.microsoft.com/office/drawing/2014/main" id="{BFC4EB04-0E08-12D7-F75D-8ABEA3EE22DE}"/>
              </a:ext>
            </a:extLst>
          </p:cNvPr>
          <p:cNvCxnSpPr>
            <a:cxnSpLocks/>
          </p:cNvCxnSpPr>
          <p:nvPr/>
        </p:nvCxnSpPr>
        <p:spPr>
          <a:xfrm rot="10800000" flipV="1">
            <a:off x="1547732" y="2564013"/>
            <a:ext cx="1726812" cy="63515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4510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93C355-13E7-3EAA-38D4-EE522A6292FD}"/>
              </a:ext>
            </a:extLst>
          </p:cNvPr>
          <p:cNvPicPr>
            <a:picLocks noChangeAspect="1"/>
          </p:cNvPicPr>
          <p:nvPr/>
        </p:nvPicPr>
        <p:blipFill>
          <a:blip r:embed="rId2"/>
          <a:stretch>
            <a:fillRect/>
          </a:stretch>
        </p:blipFill>
        <p:spPr>
          <a:xfrm>
            <a:off x="392003" y="1327192"/>
            <a:ext cx="9058275" cy="3857625"/>
          </a:xfrm>
          <a:prstGeom prst="rect">
            <a:avLst/>
          </a:prstGeom>
        </p:spPr>
      </p:pic>
      <p:sp>
        <p:nvSpPr>
          <p:cNvPr id="4" name="Rectangle: Rounded Corners 3">
            <a:extLst>
              <a:ext uri="{FF2B5EF4-FFF2-40B4-BE49-F238E27FC236}">
                <a16:creationId xmlns:a16="http://schemas.microsoft.com/office/drawing/2014/main" id="{C19DE00B-767B-E61F-5194-E2A9638252C2}"/>
              </a:ext>
            </a:extLst>
          </p:cNvPr>
          <p:cNvSpPr/>
          <p:nvPr/>
        </p:nvSpPr>
        <p:spPr>
          <a:xfrm>
            <a:off x="6909292" y="1327192"/>
            <a:ext cx="2540986" cy="308920"/>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8CE9B59D-0FDC-A7DF-7801-B2DEA041040B}"/>
              </a:ext>
            </a:extLst>
          </p:cNvPr>
          <p:cNvCxnSpPr>
            <a:stCxn id="4" idx="3"/>
          </p:cNvCxnSpPr>
          <p:nvPr/>
        </p:nvCxnSpPr>
        <p:spPr>
          <a:xfrm>
            <a:off x="9450278" y="1481652"/>
            <a:ext cx="4617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6C30B23-F304-3623-1BA7-9A4BA202F33A}"/>
              </a:ext>
            </a:extLst>
          </p:cNvPr>
          <p:cNvSpPr txBox="1"/>
          <p:nvPr/>
        </p:nvSpPr>
        <p:spPr>
          <a:xfrm>
            <a:off x="9911984" y="1220042"/>
            <a:ext cx="2079280" cy="523220"/>
          </a:xfrm>
          <a:prstGeom prst="rect">
            <a:avLst/>
          </a:prstGeom>
          <a:noFill/>
        </p:spPr>
        <p:txBody>
          <a:bodyPr wrap="square" rtlCol="0">
            <a:spAutoFit/>
          </a:bodyPr>
          <a:lstStyle/>
          <a:p>
            <a:r>
              <a:rPr lang="en-IN" b="1" dirty="0"/>
              <a:t>To avoid modifying the </a:t>
            </a:r>
            <a:r>
              <a:rPr lang="en-IN" b="1" dirty="0" err="1"/>
              <a:t>dataframe</a:t>
            </a:r>
            <a:endParaRPr lang="en-IN" b="1" dirty="0"/>
          </a:p>
        </p:txBody>
      </p:sp>
      <p:sp>
        <p:nvSpPr>
          <p:cNvPr id="14" name="TextBox 13">
            <a:extLst>
              <a:ext uri="{FF2B5EF4-FFF2-40B4-BE49-F238E27FC236}">
                <a16:creationId xmlns:a16="http://schemas.microsoft.com/office/drawing/2014/main" id="{780F18D5-C295-F546-4BAE-7C389DD32157}"/>
              </a:ext>
            </a:extLst>
          </p:cNvPr>
          <p:cNvSpPr txBox="1"/>
          <p:nvPr/>
        </p:nvSpPr>
        <p:spPr>
          <a:xfrm>
            <a:off x="9654551" y="3328827"/>
            <a:ext cx="2537449" cy="1384995"/>
          </a:xfrm>
          <a:prstGeom prst="rect">
            <a:avLst/>
          </a:prstGeom>
          <a:noFill/>
        </p:spPr>
        <p:txBody>
          <a:bodyPr wrap="square" rtlCol="0">
            <a:spAutoFit/>
          </a:bodyPr>
          <a:lstStyle/>
          <a:p>
            <a:r>
              <a:rPr lang="en-IN" b="1" dirty="0"/>
              <a:t>To avoid parser exceptions</a:t>
            </a:r>
          </a:p>
          <a:p>
            <a:pPr marL="285750" indent="-285750">
              <a:buFontTx/>
              <a:buChar char="-"/>
            </a:pPr>
            <a:r>
              <a:rPr lang="en-IN" dirty="0"/>
              <a:t>Sometimes, agent raises an error even though its able to come up with conclusion</a:t>
            </a:r>
          </a:p>
          <a:p>
            <a:pPr algn="ctr"/>
            <a:r>
              <a:rPr lang="en-IN" b="1" dirty="0"/>
              <a:t>(</a:t>
            </a:r>
            <a:r>
              <a:rPr lang="en-IN" b="1" dirty="0" err="1"/>
              <a:t>langchain</a:t>
            </a:r>
            <a:r>
              <a:rPr lang="en-IN" b="1" dirty="0"/>
              <a:t> specific-error)</a:t>
            </a:r>
            <a:endParaRPr lang="en-US" b="1" dirty="0"/>
          </a:p>
        </p:txBody>
      </p:sp>
      <p:cxnSp>
        <p:nvCxnSpPr>
          <p:cNvPr id="15" name="Straight Arrow Connector 14">
            <a:extLst>
              <a:ext uri="{FF2B5EF4-FFF2-40B4-BE49-F238E27FC236}">
                <a16:creationId xmlns:a16="http://schemas.microsoft.com/office/drawing/2014/main" id="{066BC5F7-66A0-2868-0C6A-F47202E1863E}"/>
              </a:ext>
            </a:extLst>
          </p:cNvPr>
          <p:cNvCxnSpPr>
            <a:cxnSpLocks/>
          </p:cNvCxnSpPr>
          <p:nvPr/>
        </p:nvCxnSpPr>
        <p:spPr>
          <a:xfrm>
            <a:off x="8772909" y="3805881"/>
            <a:ext cx="8816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90F45C8A-71D2-D844-8E39-A239AF4C104B}"/>
              </a:ext>
            </a:extLst>
          </p:cNvPr>
          <p:cNvSpPr/>
          <p:nvPr/>
        </p:nvSpPr>
        <p:spPr>
          <a:xfrm>
            <a:off x="5045674" y="3651421"/>
            <a:ext cx="3727235" cy="308920"/>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9AE988B2-B00B-248C-B608-67C2AEC6332E}"/>
              </a:ext>
            </a:extLst>
          </p:cNvPr>
          <p:cNvSpPr/>
          <p:nvPr/>
        </p:nvSpPr>
        <p:spPr>
          <a:xfrm>
            <a:off x="392003" y="4875898"/>
            <a:ext cx="4401451" cy="308920"/>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CDF39FA-B430-90BD-C0AF-9EFCA45D577E}"/>
              </a:ext>
            </a:extLst>
          </p:cNvPr>
          <p:cNvSpPr txBox="1"/>
          <p:nvPr/>
        </p:nvSpPr>
        <p:spPr>
          <a:xfrm>
            <a:off x="5723043" y="5446427"/>
            <a:ext cx="3727235" cy="307777"/>
          </a:xfrm>
          <a:prstGeom prst="rect">
            <a:avLst/>
          </a:prstGeom>
          <a:noFill/>
        </p:spPr>
        <p:txBody>
          <a:bodyPr wrap="square" rtlCol="0">
            <a:spAutoFit/>
          </a:bodyPr>
          <a:lstStyle/>
          <a:p>
            <a:r>
              <a:rPr lang="en-IN" b="1" dirty="0"/>
              <a:t>To avoid answering unrelated queries</a:t>
            </a:r>
            <a:endParaRPr lang="en-US" dirty="0"/>
          </a:p>
        </p:txBody>
      </p:sp>
      <p:cxnSp>
        <p:nvCxnSpPr>
          <p:cNvPr id="22" name="Straight Arrow Connector 21">
            <a:extLst>
              <a:ext uri="{FF2B5EF4-FFF2-40B4-BE49-F238E27FC236}">
                <a16:creationId xmlns:a16="http://schemas.microsoft.com/office/drawing/2014/main" id="{030D1CDA-B34A-7776-DE8D-2A366A42CDE5}"/>
              </a:ext>
            </a:extLst>
          </p:cNvPr>
          <p:cNvCxnSpPr>
            <a:stCxn id="17" idx="3"/>
            <a:endCxn id="20" idx="1"/>
          </p:cNvCxnSpPr>
          <p:nvPr/>
        </p:nvCxnSpPr>
        <p:spPr>
          <a:xfrm>
            <a:off x="4793454" y="5030358"/>
            <a:ext cx="929589" cy="569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3133B45F-AB69-08CB-005A-19F61C08F498}"/>
              </a:ext>
            </a:extLst>
          </p:cNvPr>
          <p:cNvSpPr/>
          <p:nvPr/>
        </p:nvSpPr>
        <p:spPr>
          <a:xfrm>
            <a:off x="392002" y="1618477"/>
            <a:ext cx="3116349" cy="482172"/>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740490D4-4414-5623-92A7-51BCC874507A}"/>
              </a:ext>
            </a:extLst>
          </p:cNvPr>
          <p:cNvCxnSpPr>
            <a:cxnSpLocks/>
          </p:cNvCxnSpPr>
          <p:nvPr/>
        </p:nvCxnSpPr>
        <p:spPr>
          <a:xfrm flipV="1">
            <a:off x="1812133" y="911693"/>
            <a:ext cx="1231424" cy="6791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80D71B5-5AD4-4778-D523-407FFEC01FCF}"/>
              </a:ext>
            </a:extLst>
          </p:cNvPr>
          <p:cNvSpPr txBox="1"/>
          <p:nvPr/>
        </p:nvSpPr>
        <p:spPr>
          <a:xfrm>
            <a:off x="3037575" y="779626"/>
            <a:ext cx="3727235" cy="307777"/>
          </a:xfrm>
          <a:prstGeom prst="rect">
            <a:avLst/>
          </a:prstGeom>
          <a:noFill/>
        </p:spPr>
        <p:txBody>
          <a:bodyPr wrap="square" rtlCol="0">
            <a:spAutoFit/>
          </a:bodyPr>
          <a:lstStyle/>
          <a:p>
            <a:r>
              <a:rPr lang="en-IN" b="1" dirty="0"/>
              <a:t>Provide information about the data</a:t>
            </a:r>
            <a:endParaRPr lang="en-US" dirty="0"/>
          </a:p>
        </p:txBody>
      </p:sp>
      <p:sp>
        <p:nvSpPr>
          <p:cNvPr id="29" name="Google Shape;122;p22">
            <a:extLst>
              <a:ext uri="{FF2B5EF4-FFF2-40B4-BE49-F238E27FC236}">
                <a16:creationId xmlns:a16="http://schemas.microsoft.com/office/drawing/2014/main" id="{CAE6B3BE-CCD9-C77A-BE48-F0A289701563}"/>
              </a:ext>
            </a:extLst>
          </p:cNvPr>
          <p:cNvSpPr txBox="1"/>
          <p:nvPr/>
        </p:nvSpPr>
        <p:spPr>
          <a:xfrm>
            <a:off x="392002" y="44181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Custom Prompt</a:t>
            </a:r>
            <a:endParaRPr sz="2100" b="1" dirty="0">
              <a:solidFill>
                <a:schemeClr val="dk1"/>
              </a:solidFill>
            </a:endParaRPr>
          </a:p>
        </p:txBody>
      </p:sp>
      <p:sp>
        <p:nvSpPr>
          <p:cNvPr id="30" name="Google Shape;121;p22">
            <a:extLst>
              <a:ext uri="{FF2B5EF4-FFF2-40B4-BE49-F238E27FC236}">
                <a16:creationId xmlns:a16="http://schemas.microsoft.com/office/drawing/2014/main" id="{B32AC9FA-BF6A-E916-666E-F2E144EA6A9E}"/>
              </a:ext>
            </a:extLst>
          </p:cNvPr>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IN" dirty="0"/>
              <a:t>5</a:t>
            </a:r>
            <a:endParaRPr dirty="0">
              <a:solidFill>
                <a:srgbClr val="C7C8CB"/>
              </a:solidFill>
            </a:endParaRPr>
          </a:p>
        </p:txBody>
      </p:sp>
    </p:spTree>
    <p:extLst>
      <p:ext uri="{BB962C8B-B14F-4D97-AF65-F5344CB8AC3E}">
        <p14:creationId xmlns:p14="http://schemas.microsoft.com/office/powerpoint/2010/main" val="3811912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F1F179-0EC0-2F9D-BD81-F6DF08303AD0}"/>
              </a:ext>
            </a:extLst>
          </p:cNvPr>
          <p:cNvPicPr>
            <a:picLocks noChangeAspect="1"/>
          </p:cNvPicPr>
          <p:nvPr/>
        </p:nvPicPr>
        <p:blipFill>
          <a:blip r:embed="rId2"/>
          <a:stretch>
            <a:fillRect/>
          </a:stretch>
        </p:blipFill>
        <p:spPr>
          <a:xfrm>
            <a:off x="1845577" y="1566602"/>
            <a:ext cx="10212225" cy="3724795"/>
          </a:xfrm>
          <a:prstGeom prst="rect">
            <a:avLst/>
          </a:prstGeom>
        </p:spPr>
      </p:pic>
      <p:sp>
        <p:nvSpPr>
          <p:cNvPr id="6" name="Google Shape;122;p22">
            <a:extLst>
              <a:ext uri="{FF2B5EF4-FFF2-40B4-BE49-F238E27FC236}">
                <a16:creationId xmlns:a16="http://schemas.microsoft.com/office/drawing/2014/main" id="{B30497AD-65A0-6172-83DC-215C68133C77}"/>
              </a:ext>
            </a:extLst>
          </p:cNvPr>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Example</a:t>
            </a:r>
            <a:endParaRPr sz="2100" b="1" dirty="0">
              <a:solidFill>
                <a:schemeClr val="dk1"/>
              </a:solidFill>
            </a:endParaRPr>
          </a:p>
        </p:txBody>
      </p:sp>
      <p:sp>
        <p:nvSpPr>
          <p:cNvPr id="7" name="Google Shape;121;p22">
            <a:extLst>
              <a:ext uri="{FF2B5EF4-FFF2-40B4-BE49-F238E27FC236}">
                <a16:creationId xmlns:a16="http://schemas.microsoft.com/office/drawing/2014/main" id="{5F8D8AA5-4E6B-ACBF-88BA-FF0851963CAD}"/>
              </a:ext>
            </a:extLst>
          </p:cNvPr>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IN" dirty="0"/>
              <a:t>6</a:t>
            </a:r>
            <a:endParaRPr dirty="0">
              <a:solidFill>
                <a:srgbClr val="C7C8CB"/>
              </a:solidFill>
            </a:endParaRPr>
          </a:p>
        </p:txBody>
      </p:sp>
      <p:sp>
        <p:nvSpPr>
          <p:cNvPr id="8" name="TextBox 7">
            <a:extLst>
              <a:ext uri="{FF2B5EF4-FFF2-40B4-BE49-F238E27FC236}">
                <a16:creationId xmlns:a16="http://schemas.microsoft.com/office/drawing/2014/main" id="{48C0B358-C97C-ACCD-B962-0F35447CF50C}"/>
              </a:ext>
            </a:extLst>
          </p:cNvPr>
          <p:cNvSpPr txBox="1"/>
          <p:nvPr/>
        </p:nvSpPr>
        <p:spPr>
          <a:xfrm>
            <a:off x="97127" y="1701325"/>
            <a:ext cx="1692876" cy="523220"/>
          </a:xfrm>
          <a:prstGeom prst="rect">
            <a:avLst/>
          </a:prstGeom>
          <a:noFill/>
        </p:spPr>
        <p:txBody>
          <a:bodyPr wrap="square" rtlCol="0">
            <a:spAutoFit/>
          </a:bodyPr>
          <a:lstStyle/>
          <a:p>
            <a:pPr algn="ctr"/>
            <a:r>
              <a:rPr lang="en-IN" b="1" dirty="0"/>
              <a:t>Before Custom Prompt</a:t>
            </a:r>
            <a:endParaRPr lang="en-US" b="1" dirty="0"/>
          </a:p>
        </p:txBody>
      </p:sp>
      <p:sp>
        <p:nvSpPr>
          <p:cNvPr id="9" name="TextBox 8">
            <a:extLst>
              <a:ext uri="{FF2B5EF4-FFF2-40B4-BE49-F238E27FC236}">
                <a16:creationId xmlns:a16="http://schemas.microsoft.com/office/drawing/2014/main" id="{C2D512FA-5804-F9FA-2A6A-964D61576B3F}"/>
              </a:ext>
            </a:extLst>
          </p:cNvPr>
          <p:cNvSpPr txBox="1"/>
          <p:nvPr/>
        </p:nvSpPr>
        <p:spPr>
          <a:xfrm>
            <a:off x="152701" y="3546542"/>
            <a:ext cx="1692876" cy="523220"/>
          </a:xfrm>
          <a:prstGeom prst="rect">
            <a:avLst/>
          </a:prstGeom>
          <a:noFill/>
        </p:spPr>
        <p:txBody>
          <a:bodyPr wrap="square" rtlCol="0">
            <a:spAutoFit/>
          </a:bodyPr>
          <a:lstStyle/>
          <a:p>
            <a:pPr algn="ctr"/>
            <a:r>
              <a:rPr lang="en-IN" b="1" dirty="0"/>
              <a:t>After Custom Prompt</a:t>
            </a:r>
            <a:endParaRPr lang="en-US" b="1" dirty="0"/>
          </a:p>
        </p:txBody>
      </p:sp>
    </p:spTree>
    <p:extLst>
      <p:ext uri="{BB962C8B-B14F-4D97-AF65-F5344CB8AC3E}">
        <p14:creationId xmlns:p14="http://schemas.microsoft.com/office/powerpoint/2010/main" val="2694308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IN" dirty="0">
                <a:solidFill>
                  <a:srgbClr val="C7C8CB"/>
                </a:solidFill>
              </a:rPr>
              <a:t>7</a:t>
            </a:r>
            <a:endParaRPr dirty="0">
              <a:solidFill>
                <a:srgbClr val="C7C8CB"/>
              </a:solidFill>
            </a:endParaRPr>
          </a:p>
        </p:txBody>
      </p:sp>
      <p:sp>
        <p:nvSpPr>
          <p:cNvPr id="122" name="Google Shape;122;p2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Pandas LLM Agent</a:t>
            </a:r>
            <a:endParaRPr sz="2100" b="1" dirty="0">
              <a:solidFill>
                <a:schemeClr val="dk1"/>
              </a:solidFill>
            </a:endParaRPr>
          </a:p>
        </p:txBody>
      </p:sp>
      <p:sp>
        <p:nvSpPr>
          <p:cNvPr id="100" name="Rectangle: Rounded Corners 99">
            <a:extLst>
              <a:ext uri="{FF2B5EF4-FFF2-40B4-BE49-F238E27FC236}">
                <a16:creationId xmlns:a16="http://schemas.microsoft.com/office/drawing/2014/main" id="{EFC70243-8150-45B2-F91B-576313EA5D49}"/>
              </a:ext>
            </a:extLst>
          </p:cNvPr>
          <p:cNvSpPr/>
          <p:nvPr/>
        </p:nvSpPr>
        <p:spPr>
          <a:xfrm>
            <a:off x="3383568" y="1427326"/>
            <a:ext cx="1691768"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Google Search</a:t>
            </a:r>
            <a:endParaRPr lang="en-US" dirty="0"/>
          </a:p>
        </p:txBody>
      </p:sp>
      <p:sp>
        <p:nvSpPr>
          <p:cNvPr id="101" name="Rectangle: Rounded Corners 100">
            <a:extLst>
              <a:ext uri="{FF2B5EF4-FFF2-40B4-BE49-F238E27FC236}">
                <a16:creationId xmlns:a16="http://schemas.microsoft.com/office/drawing/2014/main" id="{6147056C-BEBC-91CE-1CA6-8765537A7B14}"/>
              </a:ext>
            </a:extLst>
          </p:cNvPr>
          <p:cNvSpPr/>
          <p:nvPr/>
        </p:nvSpPr>
        <p:spPr>
          <a:xfrm>
            <a:off x="5198626" y="1457908"/>
            <a:ext cx="1194743"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Wikipedia</a:t>
            </a:r>
            <a:endParaRPr lang="en-US" dirty="0"/>
          </a:p>
        </p:txBody>
      </p:sp>
      <p:sp>
        <p:nvSpPr>
          <p:cNvPr id="102" name="Rectangle: Rounded Corners 101">
            <a:extLst>
              <a:ext uri="{FF2B5EF4-FFF2-40B4-BE49-F238E27FC236}">
                <a16:creationId xmlns:a16="http://schemas.microsoft.com/office/drawing/2014/main" id="{79B68C51-7CA6-D00D-1945-902779CA4B9E}"/>
              </a:ext>
            </a:extLst>
          </p:cNvPr>
          <p:cNvSpPr/>
          <p:nvPr/>
        </p:nvSpPr>
        <p:spPr>
          <a:xfrm>
            <a:off x="6553730" y="1435386"/>
            <a:ext cx="1194743"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Weather</a:t>
            </a:r>
            <a:endParaRPr lang="en-US" dirty="0"/>
          </a:p>
        </p:txBody>
      </p:sp>
      <p:sp>
        <p:nvSpPr>
          <p:cNvPr id="103" name="Rectangle 102">
            <a:extLst>
              <a:ext uri="{FF2B5EF4-FFF2-40B4-BE49-F238E27FC236}">
                <a16:creationId xmlns:a16="http://schemas.microsoft.com/office/drawing/2014/main" id="{F9BE1E37-E1F4-8D27-AAE4-3292F3BFE61D}"/>
              </a:ext>
            </a:extLst>
          </p:cNvPr>
          <p:cNvSpPr/>
          <p:nvPr/>
        </p:nvSpPr>
        <p:spPr>
          <a:xfrm>
            <a:off x="3326844" y="1356577"/>
            <a:ext cx="4544411" cy="9048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2171B491-2701-E752-9824-3CC27852442D}"/>
              </a:ext>
            </a:extLst>
          </p:cNvPr>
          <p:cNvSpPr txBox="1"/>
          <p:nvPr/>
        </p:nvSpPr>
        <p:spPr>
          <a:xfrm>
            <a:off x="5245417" y="1033561"/>
            <a:ext cx="1363419" cy="307777"/>
          </a:xfrm>
          <a:prstGeom prst="rect">
            <a:avLst/>
          </a:prstGeom>
          <a:noFill/>
        </p:spPr>
        <p:txBody>
          <a:bodyPr wrap="square" rtlCol="0">
            <a:spAutoFit/>
          </a:bodyPr>
          <a:lstStyle/>
          <a:p>
            <a:pPr algn="ctr"/>
            <a:r>
              <a:rPr lang="en-IN" b="1" dirty="0"/>
              <a:t>Tools</a:t>
            </a:r>
            <a:endParaRPr lang="en-US" b="1" dirty="0"/>
          </a:p>
        </p:txBody>
      </p:sp>
      <p:sp>
        <p:nvSpPr>
          <p:cNvPr id="2" name="Google Shape;123;p22">
            <a:extLst>
              <a:ext uri="{FF2B5EF4-FFF2-40B4-BE49-F238E27FC236}">
                <a16:creationId xmlns:a16="http://schemas.microsoft.com/office/drawing/2014/main" id="{AD614906-CA03-DCFC-A301-DCDA2FC6CB99}"/>
              </a:ext>
            </a:extLst>
          </p:cNvPr>
          <p:cNvSpPr txBox="1"/>
          <p:nvPr/>
        </p:nvSpPr>
        <p:spPr>
          <a:xfrm>
            <a:off x="990600" y="2575865"/>
            <a:ext cx="10965990" cy="2020719"/>
          </a:xfrm>
          <a:prstGeom prst="rect">
            <a:avLst/>
          </a:prstGeom>
          <a:noFill/>
          <a:ln>
            <a:noFill/>
          </a:ln>
        </p:spPr>
        <p:txBody>
          <a:bodyPr spcFirstLastPara="1" wrap="square" lIns="91425" tIns="91425" rIns="91425" bIns="91425" anchor="t" anchorCtr="0">
            <a:noAutofit/>
          </a:bodyPr>
          <a:lstStyle/>
          <a:p>
            <a:pPr marL="742950" lvl="0" indent="-285750" algn="l" rtl="0">
              <a:lnSpc>
                <a:spcPct val="150000"/>
              </a:lnSpc>
              <a:spcBef>
                <a:spcPts val="0"/>
              </a:spcBef>
              <a:spcAft>
                <a:spcPts val="0"/>
              </a:spcAft>
              <a:buFontTx/>
              <a:buChar char="-"/>
            </a:pPr>
            <a:r>
              <a:rPr lang="en-IN" sz="1800" dirty="0">
                <a:solidFill>
                  <a:schemeClr val="dk1"/>
                </a:solidFill>
              </a:rPr>
              <a:t>Tools serve as a means to link agents to external resources</a:t>
            </a:r>
          </a:p>
          <a:p>
            <a:pPr marL="742950" lvl="0" indent="-285750" algn="l" rtl="0">
              <a:lnSpc>
                <a:spcPct val="150000"/>
              </a:lnSpc>
              <a:spcBef>
                <a:spcPts val="0"/>
              </a:spcBef>
              <a:spcAft>
                <a:spcPts val="0"/>
              </a:spcAft>
              <a:buFontTx/>
              <a:buChar char="-"/>
            </a:pPr>
            <a:r>
              <a:rPr lang="en-IN" sz="1800" dirty="0">
                <a:solidFill>
                  <a:schemeClr val="dk1"/>
                </a:solidFill>
              </a:rPr>
              <a:t>Assists in preventing hallucinations or aids in producing responses that are factually accurate</a:t>
            </a:r>
          </a:p>
          <a:p>
            <a:pPr marL="742950" lvl="0" indent="-285750" algn="l" rtl="0">
              <a:lnSpc>
                <a:spcPct val="150000"/>
              </a:lnSpc>
              <a:spcBef>
                <a:spcPts val="0"/>
              </a:spcBef>
              <a:spcAft>
                <a:spcPts val="0"/>
              </a:spcAft>
              <a:buFontTx/>
              <a:buChar char="-"/>
            </a:pPr>
            <a:r>
              <a:rPr lang="en-IN" sz="1800" dirty="0">
                <a:solidFill>
                  <a:schemeClr val="dk1"/>
                </a:solidFill>
              </a:rPr>
              <a:t>Tool description is very important – included in LLM prompt</a:t>
            </a:r>
          </a:p>
          <a:p>
            <a:pPr marL="742950" lvl="0" indent="-285750" algn="l" rtl="0">
              <a:lnSpc>
                <a:spcPct val="150000"/>
              </a:lnSpc>
              <a:spcBef>
                <a:spcPts val="0"/>
              </a:spcBef>
              <a:spcAft>
                <a:spcPts val="0"/>
              </a:spcAft>
              <a:buFontTx/>
              <a:buChar char="-"/>
            </a:pPr>
            <a:r>
              <a:rPr lang="en-IN" sz="1800" dirty="0">
                <a:solidFill>
                  <a:schemeClr val="dk1"/>
                </a:solidFill>
              </a:rPr>
              <a:t>Error handling when one tool failed to complete the task</a:t>
            </a:r>
          </a:p>
        </p:txBody>
      </p:sp>
      <p:pic>
        <p:nvPicPr>
          <p:cNvPr id="7" name="Picture 6">
            <a:extLst>
              <a:ext uri="{FF2B5EF4-FFF2-40B4-BE49-F238E27FC236}">
                <a16:creationId xmlns:a16="http://schemas.microsoft.com/office/drawing/2014/main" id="{119BD1BF-8F40-0C40-FDFF-438F9BF7836F}"/>
              </a:ext>
            </a:extLst>
          </p:cNvPr>
          <p:cNvPicPr>
            <a:picLocks noChangeAspect="1"/>
          </p:cNvPicPr>
          <p:nvPr/>
        </p:nvPicPr>
        <p:blipFill>
          <a:blip r:embed="rId3"/>
          <a:stretch>
            <a:fillRect/>
          </a:stretch>
        </p:blipFill>
        <p:spPr>
          <a:xfrm>
            <a:off x="1627124" y="4356559"/>
            <a:ext cx="7943850" cy="1504950"/>
          </a:xfrm>
          <a:prstGeom prst="rect">
            <a:avLst/>
          </a:prstGeom>
        </p:spPr>
      </p:pic>
      <p:sp>
        <p:nvSpPr>
          <p:cNvPr id="8" name="Rectangle: Rounded Corners 7">
            <a:extLst>
              <a:ext uri="{FF2B5EF4-FFF2-40B4-BE49-F238E27FC236}">
                <a16:creationId xmlns:a16="http://schemas.microsoft.com/office/drawing/2014/main" id="{8346BE11-17EB-27C6-82DD-44610339ABA8}"/>
              </a:ext>
            </a:extLst>
          </p:cNvPr>
          <p:cNvSpPr/>
          <p:nvPr/>
        </p:nvSpPr>
        <p:spPr>
          <a:xfrm>
            <a:off x="2879124" y="5099292"/>
            <a:ext cx="6450227" cy="226470"/>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8C71E64-5E7D-D020-0FF9-3472787FC365}"/>
              </a:ext>
            </a:extLst>
          </p:cNvPr>
          <p:cNvSpPr txBox="1"/>
          <p:nvPr/>
        </p:nvSpPr>
        <p:spPr>
          <a:xfrm>
            <a:off x="446388" y="4801257"/>
            <a:ext cx="939113" cy="307777"/>
          </a:xfrm>
          <a:prstGeom prst="rect">
            <a:avLst/>
          </a:prstGeom>
          <a:noFill/>
        </p:spPr>
        <p:txBody>
          <a:bodyPr wrap="square" rtlCol="0">
            <a:spAutoFit/>
          </a:bodyPr>
          <a:lstStyle/>
          <a:p>
            <a:pPr algn="ctr"/>
            <a:r>
              <a:rPr lang="en-IN" b="1" dirty="0"/>
              <a:t>Example</a:t>
            </a:r>
            <a:endParaRPr lang="en-US" b="1" dirty="0"/>
          </a:p>
        </p:txBody>
      </p:sp>
    </p:spTree>
    <p:extLst>
      <p:ext uri="{BB962C8B-B14F-4D97-AF65-F5344CB8AC3E}">
        <p14:creationId xmlns:p14="http://schemas.microsoft.com/office/powerpoint/2010/main" val="2750229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3"/>
          <p:cNvSpPr txBox="1">
            <a:spLocks noGrp="1"/>
          </p:cNvSpPr>
          <p:nvPr>
            <p:ph type="title"/>
          </p:nvPr>
        </p:nvSpPr>
        <p:spPr>
          <a:xfrm>
            <a:off x="609600" y="1901141"/>
            <a:ext cx="10972800" cy="3342300"/>
          </a:xfrm>
          <a:prstGeom prst="rect">
            <a:avLst/>
          </a:prstGeom>
          <a:noFill/>
          <a:ln>
            <a:noFill/>
          </a:ln>
        </p:spPr>
        <p:txBody>
          <a:bodyPr spcFirstLastPara="1" wrap="square" lIns="365750" tIns="45700" rIns="365750" bIns="45700" anchor="t" anchorCtr="0">
            <a:noAutofit/>
          </a:bodyPr>
          <a:lstStyle/>
          <a:p>
            <a:pPr marL="0" lvl="0" indent="0" algn="l" rtl="0">
              <a:lnSpc>
                <a:spcPct val="100000"/>
              </a:lnSpc>
              <a:spcBef>
                <a:spcPts val="0"/>
              </a:spcBef>
              <a:spcAft>
                <a:spcPts val="0"/>
              </a:spcAft>
              <a:buClr>
                <a:schemeClr val="lt1"/>
              </a:buClr>
              <a:buSzPts val="6000"/>
              <a:buFont typeface="Arial"/>
              <a:buNone/>
            </a:pPr>
            <a:r>
              <a:rPr lang="en-US" dirty="0"/>
              <a:t>SQL LLM Agent</a:t>
            </a:r>
            <a:endParaRPr dirty="0"/>
          </a:p>
        </p:txBody>
      </p:sp>
    </p:spTree>
    <p:extLst>
      <p:ext uri="{BB962C8B-B14F-4D97-AF65-F5344CB8AC3E}">
        <p14:creationId xmlns:p14="http://schemas.microsoft.com/office/powerpoint/2010/main" val="687529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IN" dirty="0">
                <a:solidFill>
                  <a:srgbClr val="C7C8CB"/>
                </a:solidFill>
              </a:rPr>
              <a:t>8</a:t>
            </a:r>
            <a:endParaRPr dirty="0">
              <a:solidFill>
                <a:srgbClr val="C7C8CB"/>
              </a:solidFill>
            </a:endParaRPr>
          </a:p>
        </p:txBody>
      </p:sp>
      <p:sp>
        <p:nvSpPr>
          <p:cNvPr id="122" name="Google Shape;122;p2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SQL LLM Agent</a:t>
            </a:r>
            <a:endParaRPr sz="2100" b="1" dirty="0">
              <a:solidFill>
                <a:schemeClr val="dk1"/>
              </a:solidFill>
            </a:endParaRPr>
          </a:p>
        </p:txBody>
      </p:sp>
      <p:sp>
        <p:nvSpPr>
          <p:cNvPr id="123" name="Google Shape;123;p22"/>
          <p:cNvSpPr txBox="1"/>
          <p:nvPr/>
        </p:nvSpPr>
        <p:spPr>
          <a:xfrm>
            <a:off x="3625895" y="3995407"/>
            <a:ext cx="3655541" cy="346500"/>
          </a:xfrm>
          <a:prstGeom prst="rect">
            <a:avLst/>
          </a:prstGeom>
          <a:noFill/>
          <a:ln>
            <a:noFill/>
          </a:ln>
        </p:spPr>
        <p:txBody>
          <a:bodyPr spcFirstLastPara="1" wrap="square" lIns="91425" tIns="91425" rIns="91425" bIns="91425" anchor="t" anchorCtr="0">
            <a:noAutofit/>
          </a:bodyPr>
          <a:lstStyle/>
          <a:p>
            <a:pPr marL="457200" lvl="0" algn="l" rtl="0">
              <a:spcBef>
                <a:spcPts val="0"/>
              </a:spcBef>
              <a:spcAft>
                <a:spcPts val="0"/>
              </a:spcAft>
            </a:pPr>
            <a:r>
              <a:rPr lang="en-IN" sz="1800" dirty="0">
                <a:solidFill>
                  <a:schemeClr val="dk1"/>
                </a:solidFill>
              </a:rPr>
              <a:t>SQL LLM Agent Modules</a:t>
            </a:r>
            <a:endParaRPr sz="1800" dirty="0">
              <a:solidFill>
                <a:schemeClr val="dk1"/>
              </a:solidFill>
            </a:endParaRPr>
          </a:p>
        </p:txBody>
      </p:sp>
      <p:sp>
        <p:nvSpPr>
          <p:cNvPr id="2" name="Rectangle: Rounded Corners 1">
            <a:extLst>
              <a:ext uri="{FF2B5EF4-FFF2-40B4-BE49-F238E27FC236}">
                <a16:creationId xmlns:a16="http://schemas.microsoft.com/office/drawing/2014/main" id="{20E21986-C6F8-4507-5C75-6056D4E19DE6}"/>
              </a:ext>
            </a:extLst>
          </p:cNvPr>
          <p:cNvSpPr/>
          <p:nvPr/>
        </p:nvSpPr>
        <p:spPr>
          <a:xfrm>
            <a:off x="1872648" y="2591550"/>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Retriever Module</a:t>
            </a:r>
            <a:endParaRPr lang="en-US" dirty="0"/>
          </a:p>
        </p:txBody>
      </p:sp>
      <p:sp>
        <p:nvSpPr>
          <p:cNvPr id="3" name="Arrow: Right 2">
            <a:extLst>
              <a:ext uri="{FF2B5EF4-FFF2-40B4-BE49-F238E27FC236}">
                <a16:creationId xmlns:a16="http://schemas.microsoft.com/office/drawing/2014/main" id="{3C1E5F2C-24EE-CFB6-BE4C-8C08752A6826}"/>
              </a:ext>
            </a:extLst>
          </p:cNvPr>
          <p:cNvSpPr/>
          <p:nvPr/>
        </p:nvSpPr>
        <p:spPr>
          <a:xfrm>
            <a:off x="1458097" y="2919006"/>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Multidocument 3">
            <a:extLst>
              <a:ext uri="{FF2B5EF4-FFF2-40B4-BE49-F238E27FC236}">
                <a16:creationId xmlns:a16="http://schemas.microsoft.com/office/drawing/2014/main" id="{134C800C-8258-FBEE-1E89-49993D9C9A88}"/>
              </a:ext>
            </a:extLst>
          </p:cNvPr>
          <p:cNvSpPr/>
          <p:nvPr/>
        </p:nvSpPr>
        <p:spPr>
          <a:xfrm>
            <a:off x="74141" y="2634800"/>
            <a:ext cx="1303037" cy="741405"/>
          </a:xfrm>
          <a:prstGeom prst="flowChartMultidocumen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User Queries</a:t>
            </a:r>
            <a:endParaRPr lang="en-US" dirty="0"/>
          </a:p>
        </p:txBody>
      </p:sp>
      <p:sp>
        <p:nvSpPr>
          <p:cNvPr id="6" name="Rectangle: Rounded Corners 5">
            <a:extLst>
              <a:ext uri="{FF2B5EF4-FFF2-40B4-BE49-F238E27FC236}">
                <a16:creationId xmlns:a16="http://schemas.microsoft.com/office/drawing/2014/main" id="{CB72A976-7E87-086E-9013-E1CE4583D48F}"/>
              </a:ext>
            </a:extLst>
          </p:cNvPr>
          <p:cNvSpPr/>
          <p:nvPr/>
        </p:nvSpPr>
        <p:spPr>
          <a:xfrm>
            <a:off x="3735822" y="2587191"/>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Table Info </a:t>
            </a:r>
            <a:endParaRPr lang="en-US" dirty="0"/>
          </a:p>
        </p:txBody>
      </p:sp>
      <p:sp>
        <p:nvSpPr>
          <p:cNvPr id="8" name="Rectangle 7">
            <a:extLst>
              <a:ext uri="{FF2B5EF4-FFF2-40B4-BE49-F238E27FC236}">
                <a16:creationId xmlns:a16="http://schemas.microsoft.com/office/drawing/2014/main" id="{3AD25ACD-7F79-8B9F-6C4B-2CBA6FD21DDE}"/>
              </a:ext>
            </a:extLst>
          </p:cNvPr>
          <p:cNvSpPr/>
          <p:nvPr/>
        </p:nvSpPr>
        <p:spPr>
          <a:xfrm>
            <a:off x="3625895" y="2347786"/>
            <a:ext cx="5066873" cy="11272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75944B2-F7B5-BF4A-CF4F-DA60FAFAF3CA}"/>
              </a:ext>
            </a:extLst>
          </p:cNvPr>
          <p:cNvSpPr txBox="1"/>
          <p:nvPr/>
        </p:nvSpPr>
        <p:spPr>
          <a:xfrm>
            <a:off x="4642840" y="1923298"/>
            <a:ext cx="2208342" cy="307777"/>
          </a:xfrm>
          <a:prstGeom prst="rect">
            <a:avLst/>
          </a:prstGeom>
          <a:noFill/>
        </p:spPr>
        <p:txBody>
          <a:bodyPr wrap="square" rtlCol="0">
            <a:spAutoFit/>
          </a:bodyPr>
          <a:lstStyle/>
          <a:p>
            <a:pPr algn="ctr"/>
            <a:r>
              <a:rPr lang="en-IN" b="1" dirty="0"/>
              <a:t>Generate SQL Query</a:t>
            </a:r>
            <a:endParaRPr lang="en-US" b="1" dirty="0"/>
          </a:p>
        </p:txBody>
      </p:sp>
      <p:sp>
        <p:nvSpPr>
          <p:cNvPr id="10" name="Rectangle: Rounded Corners 9">
            <a:extLst>
              <a:ext uri="{FF2B5EF4-FFF2-40B4-BE49-F238E27FC236}">
                <a16:creationId xmlns:a16="http://schemas.microsoft.com/office/drawing/2014/main" id="{F344D74C-89BC-C3A8-0F14-ED10D2CBD118}"/>
              </a:ext>
            </a:extLst>
          </p:cNvPr>
          <p:cNvSpPr/>
          <p:nvPr/>
        </p:nvSpPr>
        <p:spPr>
          <a:xfrm>
            <a:off x="5184478" y="2587191"/>
            <a:ext cx="1928512"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SQL prompt</a:t>
            </a:r>
            <a:endParaRPr lang="en-US" dirty="0"/>
          </a:p>
        </p:txBody>
      </p:sp>
      <p:sp>
        <p:nvSpPr>
          <p:cNvPr id="11" name="Rectangle: Rounded Corners 10">
            <a:extLst>
              <a:ext uri="{FF2B5EF4-FFF2-40B4-BE49-F238E27FC236}">
                <a16:creationId xmlns:a16="http://schemas.microsoft.com/office/drawing/2014/main" id="{52201CAD-63C6-46D0-A082-FED393702E88}"/>
              </a:ext>
            </a:extLst>
          </p:cNvPr>
          <p:cNvSpPr/>
          <p:nvPr/>
        </p:nvSpPr>
        <p:spPr>
          <a:xfrm>
            <a:off x="7249263" y="2577589"/>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Extract SQL</a:t>
            </a:r>
          </a:p>
          <a:p>
            <a:pPr algn="ctr"/>
            <a:r>
              <a:rPr lang="en-IN" dirty="0"/>
              <a:t>Query</a:t>
            </a:r>
            <a:endParaRPr lang="en-US" dirty="0"/>
          </a:p>
        </p:txBody>
      </p:sp>
      <p:cxnSp>
        <p:nvCxnSpPr>
          <p:cNvPr id="13" name="Straight Arrow Connector 12">
            <a:extLst>
              <a:ext uri="{FF2B5EF4-FFF2-40B4-BE49-F238E27FC236}">
                <a16:creationId xmlns:a16="http://schemas.microsoft.com/office/drawing/2014/main" id="{E6A59BF1-EE9B-5BD2-B0CF-AE11232BC653}"/>
              </a:ext>
            </a:extLst>
          </p:cNvPr>
          <p:cNvCxnSpPr>
            <a:stCxn id="6" idx="3"/>
            <a:endCxn id="10" idx="1"/>
          </p:cNvCxnSpPr>
          <p:nvPr/>
        </p:nvCxnSpPr>
        <p:spPr>
          <a:xfrm>
            <a:off x="5038859" y="2957894"/>
            <a:ext cx="145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D3BB8C1-2737-D74F-A02C-246EFDFC3E44}"/>
              </a:ext>
            </a:extLst>
          </p:cNvPr>
          <p:cNvCxnSpPr>
            <a:stCxn id="10" idx="3"/>
            <a:endCxn id="11" idx="1"/>
          </p:cNvCxnSpPr>
          <p:nvPr/>
        </p:nvCxnSpPr>
        <p:spPr>
          <a:xfrm flipV="1">
            <a:off x="7112990" y="2948292"/>
            <a:ext cx="136273" cy="9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FD08708-52C8-7597-E2F6-5B9E09554D1A}"/>
              </a:ext>
            </a:extLst>
          </p:cNvPr>
          <p:cNvSpPr/>
          <p:nvPr/>
        </p:nvSpPr>
        <p:spPr>
          <a:xfrm>
            <a:off x="9153919" y="2522213"/>
            <a:ext cx="1156723"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Run</a:t>
            </a:r>
          </a:p>
          <a:p>
            <a:pPr algn="ctr"/>
            <a:r>
              <a:rPr lang="en-IN" dirty="0"/>
              <a:t>SQL Query</a:t>
            </a:r>
          </a:p>
        </p:txBody>
      </p:sp>
      <p:sp>
        <p:nvSpPr>
          <p:cNvPr id="20" name="Arrow: Right 19">
            <a:extLst>
              <a:ext uri="{FF2B5EF4-FFF2-40B4-BE49-F238E27FC236}">
                <a16:creationId xmlns:a16="http://schemas.microsoft.com/office/drawing/2014/main" id="{274510DA-86B5-9F10-55D8-8AD54123B7B9}"/>
              </a:ext>
            </a:extLst>
          </p:cNvPr>
          <p:cNvSpPr/>
          <p:nvPr/>
        </p:nvSpPr>
        <p:spPr>
          <a:xfrm>
            <a:off x="3225113" y="2914203"/>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2D47031D-5E25-926A-CF6E-3B529376A67B}"/>
              </a:ext>
            </a:extLst>
          </p:cNvPr>
          <p:cNvSpPr/>
          <p:nvPr/>
        </p:nvSpPr>
        <p:spPr>
          <a:xfrm>
            <a:off x="8753137" y="2892916"/>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CEF7F7BA-A281-5204-935E-A2A2A0AFBAFF}"/>
              </a:ext>
            </a:extLst>
          </p:cNvPr>
          <p:cNvSpPr/>
          <p:nvPr/>
        </p:nvSpPr>
        <p:spPr>
          <a:xfrm>
            <a:off x="10467897" y="2855901"/>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EA14363-EEDE-6F75-A435-4CFEF6D78F76}"/>
              </a:ext>
            </a:extLst>
          </p:cNvPr>
          <p:cNvSpPr/>
          <p:nvPr/>
        </p:nvSpPr>
        <p:spPr>
          <a:xfrm>
            <a:off x="10849203" y="2500308"/>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Pandas Agent</a:t>
            </a:r>
            <a:endParaRPr lang="en-US" dirty="0"/>
          </a:p>
        </p:txBody>
      </p:sp>
      <p:sp>
        <p:nvSpPr>
          <p:cNvPr id="24" name="Rectangle: Rounded Corners 23">
            <a:extLst>
              <a:ext uri="{FF2B5EF4-FFF2-40B4-BE49-F238E27FC236}">
                <a16:creationId xmlns:a16="http://schemas.microsoft.com/office/drawing/2014/main" id="{BA0C9789-3337-32C0-7D07-9E1A04F5CF55}"/>
              </a:ext>
            </a:extLst>
          </p:cNvPr>
          <p:cNvSpPr/>
          <p:nvPr/>
        </p:nvSpPr>
        <p:spPr>
          <a:xfrm>
            <a:off x="9129205" y="2522213"/>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Execute </a:t>
            </a:r>
          </a:p>
          <a:p>
            <a:pPr algn="ctr"/>
            <a:r>
              <a:rPr lang="en-IN" dirty="0"/>
              <a:t>Query</a:t>
            </a:r>
            <a:endParaRPr lang="en-US" dirty="0"/>
          </a:p>
        </p:txBody>
      </p:sp>
    </p:spTree>
    <p:extLst>
      <p:ext uri="{BB962C8B-B14F-4D97-AF65-F5344CB8AC3E}">
        <p14:creationId xmlns:p14="http://schemas.microsoft.com/office/powerpoint/2010/main" val="2922506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IN" dirty="0">
                <a:solidFill>
                  <a:srgbClr val="C7C8CB"/>
                </a:solidFill>
              </a:rPr>
              <a:t>9</a:t>
            </a:r>
            <a:endParaRPr dirty="0">
              <a:solidFill>
                <a:srgbClr val="C7C8CB"/>
              </a:solidFill>
            </a:endParaRPr>
          </a:p>
        </p:txBody>
      </p:sp>
      <p:sp>
        <p:nvSpPr>
          <p:cNvPr id="122" name="Google Shape;122;p2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SQL LLM Agent</a:t>
            </a:r>
            <a:endParaRPr sz="2100" b="1" dirty="0">
              <a:solidFill>
                <a:schemeClr val="dk1"/>
              </a:solidFill>
            </a:endParaRPr>
          </a:p>
        </p:txBody>
      </p:sp>
      <p:sp>
        <p:nvSpPr>
          <p:cNvPr id="123" name="Google Shape;123;p22"/>
          <p:cNvSpPr txBox="1"/>
          <p:nvPr/>
        </p:nvSpPr>
        <p:spPr>
          <a:xfrm>
            <a:off x="-287686" y="3476141"/>
            <a:ext cx="10149447" cy="1606889"/>
          </a:xfrm>
          <a:prstGeom prst="rect">
            <a:avLst/>
          </a:prstGeom>
          <a:noFill/>
          <a:ln>
            <a:noFill/>
          </a:ln>
        </p:spPr>
        <p:txBody>
          <a:bodyPr spcFirstLastPara="1" wrap="square" lIns="91425" tIns="91425" rIns="91425" bIns="91425" anchor="t" anchorCtr="0">
            <a:noAutofit/>
          </a:bodyPr>
          <a:lstStyle/>
          <a:p>
            <a:pPr marL="457200" lvl="0" algn="l" rtl="0">
              <a:spcBef>
                <a:spcPts val="0"/>
              </a:spcBef>
              <a:spcAft>
                <a:spcPts val="0"/>
              </a:spcAft>
            </a:pPr>
            <a:r>
              <a:rPr lang="en-IN" sz="1800" dirty="0">
                <a:solidFill>
                  <a:schemeClr val="dk1"/>
                </a:solidFill>
              </a:rPr>
              <a:t>Two types of queries</a:t>
            </a:r>
          </a:p>
          <a:p>
            <a:pPr marL="457200" lvl="0" algn="l" rtl="0">
              <a:spcBef>
                <a:spcPts val="0"/>
              </a:spcBef>
              <a:spcAft>
                <a:spcPts val="0"/>
              </a:spcAft>
            </a:pPr>
            <a:endParaRPr lang="en-IN" sz="1800" dirty="0">
              <a:solidFill>
                <a:schemeClr val="dk1"/>
              </a:solidFill>
            </a:endParaRPr>
          </a:p>
          <a:p>
            <a:pPr marL="800100" lvl="0" indent="-342900" algn="l" rtl="0">
              <a:spcBef>
                <a:spcPts val="0"/>
              </a:spcBef>
              <a:spcAft>
                <a:spcPts val="0"/>
              </a:spcAft>
              <a:buAutoNum type="arabicPeriod"/>
            </a:pPr>
            <a:r>
              <a:rPr lang="en-IN" sz="1800" dirty="0">
                <a:solidFill>
                  <a:schemeClr val="dk1"/>
                </a:solidFill>
              </a:rPr>
              <a:t>Point queries - ex: how many rows in the data? which has single output – deterministic</a:t>
            </a:r>
          </a:p>
          <a:p>
            <a:pPr marL="457200" lvl="0" algn="l" rtl="0">
              <a:spcBef>
                <a:spcPts val="0"/>
              </a:spcBef>
              <a:spcAft>
                <a:spcPts val="0"/>
              </a:spcAft>
            </a:pPr>
            <a:endParaRPr lang="en-IN" sz="1800" dirty="0">
              <a:solidFill>
                <a:schemeClr val="dk1"/>
              </a:solidFill>
            </a:endParaRPr>
          </a:p>
          <a:p>
            <a:pPr marL="457200" lvl="0" algn="l" rtl="0">
              <a:spcBef>
                <a:spcPts val="0"/>
              </a:spcBef>
              <a:spcAft>
                <a:spcPts val="0"/>
              </a:spcAft>
            </a:pPr>
            <a:r>
              <a:rPr lang="en-IN" sz="1800" dirty="0">
                <a:solidFill>
                  <a:schemeClr val="dk1"/>
                </a:solidFill>
              </a:rPr>
              <a:t>2. Complex queries - ex: plot the average fire size for each fire class</a:t>
            </a:r>
          </a:p>
        </p:txBody>
      </p:sp>
      <p:sp>
        <p:nvSpPr>
          <p:cNvPr id="2" name="Rectangle: Rounded Corners 1">
            <a:extLst>
              <a:ext uri="{FF2B5EF4-FFF2-40B4-BE49-F238E27FC236}">
                <a16:creationId xmlns:a16="http://schemas.microsoft.com/office/drawing/2014/main" id="{20E21986-C6F8-4507-5C75-6056D4E19DE6}"/>
              </a:ext>
            </a:extLst>
          </p:cNvPr>
          <p:cNvSpPr/>
          <p:nvPr/>
        </p:nvSpPr>
        <p:spPr>
          <a:xfrm>
            <a:off x="1872648" y="2109634"/>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Retriever Module</a:t>
            </a:r>
            <a:endParaRPr lang="en-US" dirty="0"/>
          </a:p>
        </p:txBody>
      </p:sp>
      <p:sp>
        <p:nvSpPr>
          <p:cNvPr id="3" name="Arrow: Right 2">
            <a:extLst>
              <a:ext uri="{FF2B5EF4-FFF2-40B4-BE49-F238E27FC236}">
                <a16:creationId xmlns:a16="http://schemas.microsoft.com/office/drawing/2014/main" id="{3C1E5F2C-24EE-CFB6-BE4C-8C08752A6826}"/>
              </a:ext>
            </a:extLst>
          </p:cNvPr>
          <p:cNvSpPr/>
          <p:nvPr/>
        </p:nvSpPr>
        <p:spPr>
          <a:xfrm>
            <a:off x="1458097" y="2437090"/>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Multidocument 3">
            <a:extLst>
              <a:ext uri="{FF2B5EF4-FFF2-40B4-BE49-F238E27FC236}">
                <a16:creationId xmlns:a16="http://schemas.microsoft.com/office/drawing/2014/main" id="{134C800C-8258-FBEE-1E89-49993D9C9A88}"/>
              </a:ext>
            </a:extLst>
          </p:cNvPr>
          <p:cNvSpPr/>
          <p:nvPr/>
        </p:nvSpPr>
        <p:spPr>
          <a:xfrm>
            <a:off x="74141" y="2152884"/>
            <a:ext cx="1303037" cy="741405"/>
          </a:xfrm>
          <a:prstGeom prst="flowChartMultidocumen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User Queries</a:t>
            </a:r>
            <a:endParaRPr lang="en-US" dirty="0"/>
          </a:p>
        </p:txBody>
      </p:sp>
      <p:sp>
        <p:nvSpPr>
          <p:cNvPr id="6" name="Rectangle: Rounded Corners 5">
            <a:extLst>
              <a:ext uri="{FF2B5EF4-FFF2-40B4-BE49-F238E27FC236}">
                <a16:creationId xmlns:a16="http://schemas.microsoft.com/office/drawing/2014/main" id="{CB72A976-7E87-086E-9013-E1CE4583D48F}"/>
              </a:ext>
            </a:extLst>
          </p:cNvPr>
          <p:cNvSpPr/>
          <p:nvPr/>
        </p:nvSpPr>
        <p:spPr>
          <a:xfrm>
            <a:off x="3735822" y="2105275"/>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Table Info </a:t>
            </a:r>
            <a:endParaRPr lang="en-US" dirty="0"/>
          </a:p>
        </p:txBody>
      </p:sp>
      <p:sp>
        <p:nvSpPr>
          <p:cNvPr id="8" name="Rectangle 7">
            <a:extLst>
              <a:ext uri="{FF2B5EF4-FFF2-40B4-BE49-F238E27FC236}">
                <a16:creationId xmlns:a16="http://schemas.microsoft.com/office/drawing/2014/main" id="{3AD25ACD-7F79-8B9F-6C4B-2CBA6FD21DDE}"/>
              </a:ext>
            </a:extLst>
          </p:cNvPr>
          <p:cNvSpPr/>
          <p:nvPr/>
        </p:nvSpPr>
        <p:spPr>
          <a:xfrm>
            <a:off x="3625895" y="1865870"/>
            <a:ext cx="5066873" cy="11272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75944B2-F7B5-BF4A-CF4F-DA60FAFAF3CA}"/>
              </a:ext>
            </a:extLst>
          </p:cNvPr>
          <p:cNvSpPr txBox="1"/>
          <p:nvPr/>
        </p:nvSpPr>
        <p:spPr>
          <a:xfrm>
            <a:off x="4642840" y="1441382"/>
            <a:ext cx="2208342" cy="307777"/>
          </a:xfrm>
          <a:prstGeom prst="rect">
            <a:avLst/>
          </a:prstGeom>
          <a:noFill/>
        </p:spPr>
        <p:txBody>
          <a:bodyPr wrap="square" rtlCol="0">
            <a:spAutoFit/>
          </a:bodyPr>
          <a:lstStyle/>
          <a:p>
            <a:pPr algn="ctr"/>
            <a:r>
              <a:rPr lang="en-IN" b="1" dirty="0"/>
              <a:t>Generate SQL Query</a:t>
            </a:r>
            <a:endParaRPr lang="en-US" b="1" dirty="0"/>
          </a:p>
        </p:txBody>
      </p:sp>
      <p:sp>
        <p:nvSpPr>
          <p:cNvPr id="10" name="Rectangle: Rounded Corners 9">
            <a:extLst>
              <a:ext uri="{FF2B5EF4-FFF2-40B4-BE49-F238E27FC236}">
                <a16:creationId xmlns:a16="http://schemas.microsoft.com/office/drawing/2014/main" id="{F344D74C-89BC-C3A8-0F14-ED10D2CBD118}"/>
              </a:ext>
            </a:extLst>
          </p:cNvPr>
          <p:cNvSpPr/>
          <p:nvPr/>
        </p:nvSpPr>
        <p:spPr>
          <a:xfrm>
            <a:off x="5184478" y="2105275"/>
            <a:ext cx="1928512"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SQL prompt</a:t>
            </a:r>
            <a:endParaRPr lang="en-US" dirty="0"/>
          </a:p>
        </p:txBody>
      </p:sp>
      <p:sp>
        <p:nvSpPr>
          <p:cNvPr id="11" name="Rectangle: Rounded Corners 10">
            <a:extLst>
              <a:ext uri="{FF2B5EF4-FFF2-40B4-BE49-F238E27FC236}">
                <a16:creationId xmlns:a16="http://schemas.microsoft.com/office/drawing/2014/main" id="{52201CAD-63C6-46D0-A082-FED393702E88}"/>
              </a:ext>
            </a:extLst>
          </p:cNvPr>
          <p:cNvSpPr/>
          <p:nvPr/>
        </p:nvSpPr>
        <p:spPr>
          <a:xfrm>
            <a:off x="7249263" y="2095673"/>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Extract SQL</a:t>
            </a:r>
          </a:p>
          <a:p>
            <a:pPr algn="ctr"/>
            <a:r>
              <a:rPr lang="en-IN" dirty="0"/>
              <a:t>Query</a:t>
            </a:r>
            <a:endParaRPr lang="en-US" dirty="0"/>
          </a:p>
        </p:txBody>
      </p:sp>
      <p:cxnSp>
        <p:nvCxnSpPr>
          <p:cNvPr id="13" name="Straight Arrow Connector 12">
            <a:extLst>
              <a:ext uri="{FF2B5EF4-FFF2-40B4-BE49-F238E27FC236}">
                <a16:creationId xmlns:a16="http://schemas.microsoft.com/office/drawing/2014/main" id="{E6A59BF1-EE9B-5BD2-B0CF-AE11232BC653}"/>
              </a:ext>
            </a:extLst>
          </p:cNvPr>
          <p:cNvCxnSpPr>
            <a:stCxn id="6" idx="3"/>
            <a:endCxn id="10" idx="1"/>
          </p:cNvCxnSpPr>
          <p:nvPr/>
        </p:nvCxnSpPr>
        <p:spPr>
          <a:xfrm>
            <a:off x="5038859" y="2475978"/>
            <a:ext cx="145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D3BB8C1-2737-D74F-A02C-246EFDFC3E44}"/>
              </a:ext>
            </a:extLst>
          </p:cNvPr>
          <p:cNvCxnSpPr>
            <a:stCxn id="10" idx="3"/>
            <a:endCxn id="11" idx="1"/>
          </p:cNvCxnSpPr>
          <p:nvPr/>
        </p:nvCxnSpPr>
        <p:spPr>
          <a:xfrm flipV="1">
            <a:off x="7112990" y="2466376"/>
            <a:ext cx="136273" cy="9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FD08708-52C8-7597-E2F6-5B9E09554D1A}"/>
              </a:ext>
            </a:extLst>
          </p:cNvPr>
          <p:cNvSpPr/>
          <p:nvPr/>
        </p:nvSpPr>
        <p:spPr>
          <a:xfrm>
            <a:off x="9153919" y="2040297"/>
            <a:ext cx="1156723"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Run</a:t>
            </a:r>
          </a:p>
          <a:p>
            <a:pPr algn="ctr"/>
            <a:r>
              <a:rPr lang="en-IN" dirty="0"/>
              <a:t>SQL Query</a:t>
            </a:r>
          </a:p>
        </p:txBody>
      </p:sp>
      <p:sp>
        <p:nvSpPr>
          <p:cNvPr id="20" name="Arrow: Right 19">
            <a:extLst>
              <a:ext uri="{FF2B5EF4-FFF2-40B4-BE49-F238E27FC236}">
                <a16:creationId xmlns:a16="http://schemas.microsoft.com/office/drawing/2014/main" id="{274510DA-86B5-9F10-55D8-8AD54123B7B9}"/>
              </a:ext>
            </a:extLst>
          </p:cNvPr>
          <p:cNvSpPr/>
          <p:nvPr/>
        </p:nvSpPr>
        <p:spPr>
          <a:xfrm>
            <a:off x="3225113" y="2432287"/>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2D47031D-5E25-926A-CF6E-3B529376A67B}"/>
              </a:ext>
            </a:extLst>
          </p:cNvPr>
          <p:cNvSpPr/>
          <p:nvPr/>
        </p:nvSpPr>
        <p:spPr>
          <a:xfrm>
            <a:off x="8753137" y="2411000"/>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CEF7F7BA-A281-5204-935E-A2A2A0AFBAFF}"/>
              </a:ext>
            </a:extLst>
          </p:cNvPr>
          <p:cNvSpPr/>
          <p:nvPr/>
        </p:nvSpPr>
        <p:spPr>
          <a:xfrm>
            <a:off x="10467897" y="2373985"/>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EA14363-EEDE-6F75-A435-4CFEF6D78F76}"/>
              </a:ext>
            </a:extLst>
          </p:cNvPr>
          <p:cNvSpPr/>
          <p:nvPr/>
        </p:nvSpPr>
        <p:spPr>
          <a:xfrm>
            <a:off x="10849203" y="2018392"/>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Pandas Agent</a:t>
            </a:r>
            <a:endParaRPr lang="en-US" dirty="0"/>
          </a:p>
        </p:txBody>
      </p:sp>
      <p:sp>
        <p:nvSpPr>
          <p:cNvPr id="24" name="Rectangle: Rounded Corners 23">
            <a:extLst>
              <a:ext uri="{FF2B5EF4-FFF2-40B4-BE49-F238E27FC236}">
                <a16:creationId xmlns:a16="http://schemas.microsoft.com/office/drawing/2014/main" id="{BA0C9789-3337-32C0-7D07-9E1A04F5CF55}"/>
              </a:ext>
            </a:extLst>
          </p:cNvPr>
          <p:cNvSpPr/>
          <p:nvPr/>
        </p:nvSpPr>
        <p:spPr>
          <a:xfrm>
            <a:off x="9129205" y="2040297"/>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Execute </a:t>
            </a:r>
          </a:p>
          <a:p>
            <a:pPr algn="ctr"/>
            <a:r>
              <a:rPr lang="en-IN" dirty="0"/>
              <a:t>Query</a:t>
            </a:r>
            <a:endParaRPr lang="en-US" dirty="0"/>
          </a:p>
        </p:txBody>
      </p:sp>
      <p:cxnSp>
        <p:nvCxnSpPr>
          <p:cNvPr id="7" name="Connector: Curved 6">
            <a:extLst>
              <a:ext uri="{FF2B5EF4-FFF2-40B4-BE49-F238E27FC236}">
                <a16:creationId xmlns:a16="http://schemas.microsoft.com/office/drawing/2014/main" id="{EF928124-EFFF-5562-EB52-4D0736133565}"/>
              </a:ext>
            </a:extLst>
          </p:cNvPr>
          <p:cNvCxnSpPr>
            <a:stCxn id="4" idx="2"/>
          </p:cNvCxnSpPr>
          <p:nvPr/>
        </p:nvCxnSpPr>
        <p:spPr>
          <a:xfrm rot="16200000" flipH="1">
            <a:off x="577823" y="2923439"/>
            <a:ext cx="628583" cy="51412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7387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IN" dirty="0">
                <a:solidFill>
                  <a:srgbClr val="C7C8CB"/>
                </a:solidFill>
              </a:rPr>
              <a:t>10</a:t>
            </a:r>
            <a:endParaRPr dirty="0">
              <a:solidFill>
                <a:srgbClr val="C7C8CB"/>
              </a:solidFill>
            </a:endParaRPr>
          </a:p>
        </p:txBody>
      </p:sp>
      <p:sp>
        <p:nvSpPr>
          <p:cNvPr id="122" name="Google Shape;122;p2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SQL LLM Agent</a:t>
            </a:r>
            <a:endParaRPr sz="2100" b="1" dirty="0">
              <a:solidFill>
                <a:schemeClr val="dk1"/>
              </a:solidFill>
            </a:endParaRPr>
          </a:p>
        </p:txBody>
      </p:sp>
      <p:sp>
        <p:nvSpPr>
          <p:cNvPr id="123" name="Google Shape;123;p22"/>
          <p:cNvSpPr txBox="1"/>
          <p:nvPr/>
        </p:nvSpPr>
        <p:spPr>
          <a:xfrm>
            <a:off x="318450" y="3329441"/>
            <a:ext cx="10149447" cy="1606889"/>
          </a:xfrm>
          <a:prstGeom prst="rect">
            <a:avLst/>
          </a:prstGeom>
          <a:noFill/>
          <a:ln>
            <a:noFill/>
          </a:ln>
        </p:spPr>
        <p:txBody>
          <a:bodyPr spcFirstLastPara="1" wrap="square" lIns="91425" tIns="91425" rIns="91425" bIns="91425" anchor="t" anchorCtr="0">
            <a:noAutofit/>
          </a:bodyPr>
          <a:lstStyle/>
          <a:p>
            <a:pPr marL="457200" lvl="0" algn="l" rtl="0">
              <a:spcBef>
                <a:spcPts val="0"/>
              </a:spcBef>
              <a:spcAft>
                <a:spcPts val="0"/>
              </a:spcAft>
            </a:pPr>
            <a:r>
              <a:rPr lang="en-IN" sz="1800" b="1" dirty="0">
                <a:solidFill>
                  <a:schemeClr val="dk1"/>
                </a:solidFill>
              </a:rPr>
              <a:t>Objective:</a:t>
            </a:r>
            <a:r>
              <a:rPr lang="en-IN" sz="1800" dirty="0">
                <a:solidFill>
                  <a:schemeClr val="dk1"/>
                </a:solidFill>
              </a:rPr>
              <a:t> Retrieves top k columns that might require to answer the user query</a:t>
            </a:r>
          </a:p>
          <a:p>
            <a:pPr marL="742950" lvl="0" indent="-285750" algn="l" rtl="0">
              <a:lnSpc>
                <a:spcPct val="150000"/>
              </a:lnSpc>
              <a:spcBef>
                <a:spcPts val="0"/>
              </a:spcBef>
              <a:spcAft>
                <a:spcPts val="0"/>
              </a:spcAft>
              <a:buFontTx/>
              <a:buChar char="-"/>
            </a:pPr>
            <a:r>
              <a:rPr lang="en-IN" sz="1800" dirty="0">
                <a:solidFill>
                  <a:schemeClr val="dk1"/>
                </a:solidFill>
              </a:rPr>
              <a:t>To evaluate, generated (question, columns) pairs using few-shot prompting – ChatGPT 3.5</a:t>
            </a:r>
          </a:p>
          <a:p>
            <a:pPr marL="742950" lvl="0" indent="-285750" algn="l" rtl="0">
              <a:lnSpc>
                <a:spcPct val="150000"/>
              </a:lnSpc>
              <a:spcBef>
                <a:spcPts val="0"/>
              </a:spcBef>
              <a:spcAft>
                <a:spcPts val="0"/>
              </a:spcAft>
              <a:buFontTx/>
              <a:buChar char="-"/>
            </a:pPr>
            <a:r>
              <a:rPr lang="en-IN" sz="1800" dirty="0">
                <a:solidFill>
                  <a:schemeClr val="dk1"/>
                </a:solidFill>
              </a:rPr>
              <a:t>Highly accurate, ~99% on the above test data</a:t>
            </a:r>
          </a:p>
          <a:p>
            <a:pPr marL="457200" lvl="0" algn="l" rtl="0">
              <a:lnSpc>
                <a:spcPct val="150000"/>
              </a:lnSpc>
              <a:spcBef>
                <a:spcPts val="0"/>
              </a:spcBef>
              <a:spcAft>
                <a:spcPts val="0"/>
              </a:spcAft>
            </a:pPr>
            <a:r>
              <a:rPr lang="en-IN" sz="1800" b="1" dirty="0">
                <a:solidFill>
                  <a:schemeClr val="dk1"/>
                </a:solidFill>
              </a:rPr>
              <a:t>Advantages:</a:t>
            </a:r>
          </a:p>
          <a:p>
            <a:pPr marL="742950" lvl="0" indent="-285750" algn="l" rtl="0">
              <a:lnSpc>
                <a:spcPct val="150000"/>
              </a:lnSpc>
              <a:spcBef>
                <a:spcPts val="0"/>
              </a:spcBef>
              <a:spcAft>
                <a:spcPts val="0"/>
              </a:spcAft>
              <a:buFont typeface="Arial" panose="020B0604020202020204" pitchFamily="34" charset="0"/>
              <a:buChar char="•"/>
            </a:pPr>
            <a:r>
              <a:rPr lang="en-IN" sz="1800" dirty="0">
                <a:solidFill>
                  <a:schemeClr val="dk1"/>
                </a:solidFill>
              </a:rPr>
              <a:t>Scalable to larger datasets</a:t>
            </a:r>
          </a:p>
          <a:p>
            <a:pPr marL="742950" lvl="0" indent="-285750" algn="l" rtl="0">
              <a:lnSpc>
                <a:spcPct val="150000"/>
              </a:lnSpc>
              <a:spcBef>
                <a:spcPts val="0"/>
              </a:spcBef>
              <a:spcAft>
                <a:spcPts val="0"/>
              </a:spcAft>
              <a:buFont typeface="Arial" panose="020B0604020202020204" pitchFamily="34" charset="0"/>
              <a:buChar char="•"/>
            </a:pPr>
            <a:r>
              <a:rPr lang="en-IN" sz="1800" dirty="0">
                <a:solidFill>
                  <a:schemeClr val="dk1"/>
                </a:solidFill>
              </a:rPr>
              <a:t>Can be used with SQL or Pandas agents</a:t>
            </a:r>
          </a:p>
        </p:txBody>
      </p:sp>
      <p:sp>
        <p:nvSpPr>
          <p:cNvPr id="2" name="Rectangle: Rounded Corners 1">
            <a:extLst>
              <a:ext uri="{FF2B5EF4-FFF2-40B4-BE49-F238E27FC236}">
                <a16:creationId xmlns:a16="http://schemas.microsoft.com/office/drawing/2014/main" id="{20E21986-C6F8-4507-5C75-6056D4E19DE6}"/>
              </a:ext>
            </a:extLst>
          </p:cNvPr>
          <p:cNvSpPr/>
          <p:nvPr/>
        </p:nvSpPr>
        <p:spPr>
          <a:xfrm>
            <a:off x="1872648" y="2109634"/>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Retriever Module</a:t>
            </a:r>
            <a:endParaRPr lang="en-US" dirty="0"/>
          </a:p>
        </p:txBody>
      </p:sp>
      <p:sp>
        <p:nvSpPr>
          <p:cNvPr id="3" name="Arrow: Right 2">
            <a:extLst>
              <a:ext uri="{FF2B5EF4-FFF2-40B4-BE49-F238E27FC236}">
                <a16:creationId xmlns:a16="http://schemas.microsoft.com/office/drawing/2014/main" id="{3C1E5F2C-24EE-CFB6-BE4C-8C08752A6826}"/>
              </a:ext>
            </a:extLst>
          </p:cNvPr>
          <p:cNvSpPr/>
          <p:nvPr/>
        </p:nvSpPr>
        <p:spPr>
          <a:xfrm>
            <a:off x="1458097" y="2437090"/>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Multidocument 3">
            <a:extLst>
              <a:ext uri="{FF2B5EF4-FFF2-40B4-BE49-F238E27FC236}">
                <a16:creationId xmlns:a16="http://schemas.microsoft.com/office/drawing/2014/main" id="{134C800C-8258-FBEE-1E89-49993D9C9A88}"/>
              </a:ext>
            </a:extLst>
          </p:cNvPr>
          <p:cNvSpPr/>
          <p:nvPr/>
        </p:nvSpPr>
        <p:spPr>
          <a:xfrm>
            <a:off x="74141" y="2152884"/>
            <a:ext cx="1303037" cy="741405"/>
          </a:xfrm>
          <a:prstGeom prst="flowChartMultidocumen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User Queries</a:t>
            </a:r>
            <a:endParaRPr lang="en-US" dirty="0"/>
          </a:p>
        </p:txBody>
      </p:sp>
      <p:sp>
        <p:nvSpPr>
          <p:cNvPr id="6" name="Rectangle: Rounded Corners 5">
            <a:extLst>
              <a:ext uri="{FF2B5EF4-FFF2-40B4-BE49-F238E27FC236}">
                <a16:creationId xmlns:a16="http://schemas.microsoft.com/office/drawing/2014/main" id="{CB72A976-7E87-086E-9013-E1CE4583D48F}"/>
              </a:ext>
            </a:extLst>
          </p:cNvPr>
          <p:cNvSpPr/>
          <p:nvPr/>
        </p:nvSpPr>
        <p:spPr>
          <a:xfrm>
            <a:off x="3735822" y="2105275"/>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Table Info </a:t>
            </a:r>
            <a:endParaRPr lang="en-US" dirty="0"/>
          </a:p>
        </p:txBody>
      </p:sp>
      <p:sp>
        <p:nvSpPr>
          <p:cNvPr id="8" name="Rectangle 7">
            <a:extLst>
              <a:ext uri="{FF2B5EF4-FFF2-40B4-BE49-F238E27FC236}">
                <a16:creationId xmlns:a16="http://schemas.microsoft.com/office/drawing/2014/main" id="{3AD25ACD-7F79-8B9F-6C4B-2CBA6FD21DDE}"/>
              </a:ext>
            </a:extLst>
          </p:cNvPr>
          <p:cNvSpPr/>
          <p:nvPr/>
        </p:nvSpPr>
        <p:spPr>
          <a:xfrm>
            <a:off x="3625895" y="1865870"/>
            <a:ext cx="5066873" cy="11272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75944B2-F7B5-BF4A-CF4F-DA60FAFAF3CA}"/>
              </a:ext>
            </a:extLst>
          </p:cNvPr>
          <p:cNvSpPr txBox="1"/>
          <p:nvPr/>
        </p:nvSpPr>
        <p:spPr>
          <a:xfrm>
            <a:off x="4642840" y="1441382"/>
            <a:ext cx="2208342" cy="307777"/>
          </a:xfrm>
          <a:prstGeom prst="rect">
            <a:avLst/>
          </a:prstGeom>
          <a:noFill/>
        </p:spPr>
        <p:txBody>
          <a:bodyPr wrap="square" rtlCol="0">
            <a:spAutoFit/>
          </a:bodyPr>
          <a:lstStyle/>
          <a:p>
            <a:pPr algn="ctr"/>
            <a:r>
              <a:rPr lang="en-IN" b="1" dirty="0"/>
              <a:t>Generate SQL Query</a:t>
            </a:r>
            <a:endParaRPr lang="en-US" b="1" dirty="0"/>
          </a:p>
        </p:txBody>
      </p:sp>
      <p:sp>
        <p:nvSpPr>
          <p:cNvPr id="10" name="Rectangle: Rounded Corners 9">
            <a:extLst>
              <a:ext uri="{FF2B5EF4-FFF2-40B4-BE49-F238E27FC236}">
                <a16:creationId xmlns:a16="http://schemas.microsoft.com/office/drawing/2014/main" id="{F344D74C-89BC-C3A8-0F14-ED10D2CBD118}"/>
              </a:ext>
            </a:extLst>
          </p:cNvPr>
          <p:cNvSpPr/>
          <p:nvPr/>
        </p:nvSpPr>
        <p:spPr>
          <a:xfrm>
            <a:off x="5184478" y="2105275"/>
            <a:ext cx="1928512"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SQL prompt</a:t>
            </a:r>
            <a:endParaRPr lang="en-US" dirty="0"/>
          </a:p>
        </p:txBody>
      </p:sp>
      <p:sp>
        <p:nvSpPr>
          <p:cNvPr id="11" name="Rectangle: Rounded Corners 10">
            <a:extLst>
              <a:ext uri="{FF2B5EF4-FFF2-40B4-BE49-F238E27FC236}">
                <a16:creationId xmlns:a16="http://schemas.microsoft.com/office/drawing/2014/main" id="{52201CAD-63C6-46D0-A082-FED393702E88}"/>
              </a:ext>
            </a:extLst>
          </p:cNvPr>
          <p:cNvSpPr/>
          <p:nvPr/>
        </p:nvSpPr>
        <p:spPr>
          <a:xfrm>
            <a:off x="7249263" y="2095673"/>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Extract SQL</a:t>
            </a:r>
          </a:p>
          <a:p>
            <a:pPr algn="ctr"/>
            <a:r>
              <a:rPr lang="en-IN" dirty="0"/>
              <a:t>Query</a:t>
            </a:r>
            <a:endParaRPr lang="en-US" dirty="0"/>
          </a:p>
        </p:txBody>
      </p:sp>
      <p:cxnSp>
        <p:nvCxnSpPr>
          <p:cNvPr id="13" name="Straight Arrow Connector 12">
            <a:extLst>
              <a:ext uri="{FF2B5EF4-FFF2-40B4-BE49-F238E27FC236}">
                <a16:creationId xmlns:a16="http://schemas.microsoft.com/office/drawing/2014/main" id="{E6A59BF1-EE9B-5BD2-B0CF-AE11232BC653}"/>
              </a:ext>
            </a:extLst>
          </p:cNvPr>
          <p:cNvCxnSpPr>
            <a:stCxn id="6" idx="3"/>
            <a:endCxn id="10" idx="1"/>
          </p:cNvCxnSpPr>
          <p:nvPr/>
        </p:nvCxnSpPr>
        <p:spPr>
          <a:xfrm>
            <a:off x="5038859" y="2475978"/>
            <a:ext cx="145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D3BB8C1-2737-D74F-A02C-246EFDFC3E44}"/>
              </a:ext>
            </a:extLst>
          </p:cNvPr>
          <p:cNvCxnSpPr>
            <a:stCxn id="10" idx="3"/>
            <a:endCxn id="11" idx="1"/>
          </p:cNvCxnSpPr>
          <p:nvPr/>
        </p:nvCxnSpPr>
        <p:spPr>
          <a:xfrm flipV="1">
            <a:off x="7112990" y="2466376"/>
            <a:ext cx="136273" cy="9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FD08708-52C8-7597-E2F6-5B9E09554D1A}"/>
              </a:ext>
            </a:extLst>
          </p:cNvPr>
          <p:cNvSpPr/>
          <p:nvPr/>
        </p:nvSpPr>
        <p:spPr>
          <a:xfrm>
            <a:off x="9153919" y="2040297"/>
            <a:ext cx="1156723"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Run</a:t>
            </a:r>
          </a:p>
          <a:p>
            <a:pPr algn="ctr"/>
            <a:r>
              <a:rPr lang="en-IN" dirty="0"/>
              <a:t>SQL Query</a:t>
            </a:r>
          </a:p>
        </p:txBody>
      </p:sp>
      <p:sp>
        <p:nvSpPr>
          <p:cNvPr id="20" name="Arrow: Right 19">
            <a:extLst>
              <a:ext uri="{FF2B5EF4-FFF2-40B4-BE49-F238E27FC236}">
                <a16:creationId xmlns:a16="http://schemas.microsoft.com/office/drawing/2014/main" id="{274510DA-86B5-9F10-55D8-8AD54123B7B9}"/>
              </a:ext>
            </a:extLst>
          </p:cNvPr>
          <p:cNvSpPr/>
          <p:nvPr/>
        </p:nvSpPr>
        <p:spPr>
          <a:xfrm>
            <a:off x="3225113" y="2432287"/>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2D47031D-5E25-926A-CF6E-3B529376A67B}"/>
              </a:ext>
            </a:extLst>
          </p:cNvPr>
          <p:cNvSpPr/>
          <p:nvPr/>
        </p:nvSpPr>
        <p:spPr>
          <a:xfrm>
            <a:off x="8753137" y="2411000"/>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CEF7F7BA-A281-5204-935E-A2A2A0AFBAFF}"/>
              </a:ext>
            </a:extLst>
          </p:cNvPr>
          <p:cNvSpPr/>
          <p:nvPr/>
        </p:nvSpPr>
        <p:spPr>
          <a:xfrm>
            <a:off x="10467897" y="2373985"/>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EA14363-EEDE-6F75-A435-4CFEF6D78F76}"/>
              </a:ext>
            </a:extLst>
          </p:cNvPr>
          <p:cNvSpPr/>
          <p:nvPr/>
        </p:nvSpPr>
        <p:spPr>
          <a:xfrm>
            <a:off x="10849203" y="2018392"/>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Pandas Agent</a:t>
            </a:r>
            <a:endParaRPr lang="en-US" dirty="0"/>
          </a:p>
        </p:txBody>
      </p:sp>
      <p:sp>
        <p:nvSpPr>
          <p:cNvPr id="24" name="Rectangle: Rounded Corners 23">
            <a:extLst>
              <a:ext uri="{FF2B5EF4-FFF2-40B4-BE49-F238E27FC236}">
                <a16:creationId xmlns:a16="http://schemas.microsoft.com/office/drawing/2014/main" id="{BA0C9789-3337-32C0-7D07-9E1A04F5CF55}"/>
              </a:ext>
            </a:extLst>
          </p:cNvPr>
          <p:cNvSpPr/>
          <p:nvPr/>
        </p:nvSpPr>
        <p:spPr>
          <a:xfrm>
            <a:off x="9129205" y="2040297"/>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Execute </a:t>
            </a:r>
          </a:p>
          <a:p>
            <a:pPr algn="ctr"/>
            <a:r>
              <a:rPr lang="en-IN" dirty="0"/>
              <a:t>Query</a:t>
            </a:r>
            <a:endParaRPr lang="en-US" dirty="0"/>
          </a:p>
        </p:txBody>
      </p:sp>
      <p:cxnSp>
        <p:nvCxnSpPr>
          <p:cNvPr id="7" name="Connector: Curved 6">
            <a:extLst>
              <a:ext uri="{FF2B5EF4-FFF2-40B4-BE49-F238E27FC236}">
                <a16:creationId xmlns:a16="http://schemas.microsoft.com/office/drawing/2014/main" id="{EF928124-EFFF-5562-EB52-4D0736133565}"/>
              </a:ext>
            </a:extLst>
          </p:cNvPr>
          <p:cNvCxnSpPr>
            <a:cxnSpLocks/>
            <a:stCxn id="2" idx="2"/>
          </p:cNvCxnSpPr>
          <p:nvPr/>
        </p:nvCxnSpPr>
        <p:spPr>
          <a:xfrm rot="5400000">
            <a:off x="2157059" y="2919084"/>
            <a:ext cx="435152" cy="299065"/>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102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IN" dirty="0">
                <a:solidFill>
                  <a:srgbClr val="C7C8CB"/>
                </a:solidFill>
              </a:rPr>
              <a:t>11</a:t>
            </a:r>
            <a:endParaRPr dirty="0">
              <a:solidFill>
                <a:srgbClr val="C7C8CB"/>
              </a:solidFill>
            </a:endParaRPr>
          </a:p>
        </p:txBody>
      </p:sp>
      <p:sp>
        <p:nvSpPr>
          <p:cNvPr id="122" name="Google Shape;122;p2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SQL LLM Agent</a:t>
            </a:r>
            <a:endParaRPr sz="2100" b="1" dirty="0">
              <a:solidFill>
                <a:schemeClr val="dk1"/>
              </a:solidFill>
            </a:endParaRPr>
          </a:p>
        </p:txBody>
      </p:sp>
      <p:sp>
        <p:nvSpPr>
          <p:cNvPr id="123" name="Google Shape;123;p22"/>
          <p:cNvSpPr txBox="1"/>
          <p:nvPr/>
        </p:nvSpPr>
        <p:spPr>
          <a:xfrm>
            <a:off x="318450" y="3329441"/>
            <a:ext cx="11873550" cy="1606889"/>
          </a:xfrm>
          <a:prstGeom prst="rect">
            <a:avLst/>
          </a:prstGeom>
          <a:noFill/>
          <a:ln>
            <a:noFill/>
          </a:ln>
        </p:spPr>
        <p:txBody>
          <a:bodyPr spcFirstLastPara="1" wrap="square" lIns="91425" tIns="91425" rIns="91425" bIns="91425" anchor="t" anchorCtr="0">
            <a:noAutofit/>
          </a:bodyPr>
          <a:lstStyle/>
          <a:p>
            <a:pPr marL="457200" lvl="0" algn="l" rtl="0">
              <a:lnSpc>
                <a:spcPct val="150000"/>
              </a:lnSpc>
              <a:spcBef>
                <a:spcPts val="0"/>
              </a:spcBef>
              <a:spcAft>
                <a:spcPts val="0"/>
              </a:spcAft>
            </a:pPr>
            <a:r>
              <a:rPr lang="en-IN" sz="1800" dirty="0">
                <a:solidFill>
                  <a:schemeClr val="dk1"/>
                </a:solidFill>
              </a:rPr>
              <a:t>Components</a:t>
            </a:r>
          </a:p>
          <a:p>
            <a:pPr marL="742950" lvl="0" indent="-285750" algn="l" rtl="0">
              <a:lnSpc>
                <a:spcPct val="150000"/>
              </a:lnSpc>
              <a:spcBef>
                <a:spcPts val="0"/>
              </a:spcBef>
              <a:spcAft>
                <a:spcPts val="0"/>
              </a:spcAft>
              <a:buFontTx/>
              <a:buChar char="-"/>
            </a:pPr>
            <a:r>
              <a:rPr lang="en-IN" sz="1800" dirty="0">
                <a:solidFill>
                  <a:schemeClr val="dk1"/>
                </a:solidFill>
              </a:rPr>
              <a:t>Generate Custom Table info based on top k columns - avoiding all the columns information</a:t>
            </a:r>
          </a:p>
          <a:p>
            <a:pPr marL="742950" lvl="0" indent="-285750" algn="l" rtl="0">
              <a:lnSpc>
                <a:spcPct val="150000"/>
              </a:lnSpc>
              <a:spcBef>
                <a:spcPts val="0"/>
              </a:spcBef>
              <a:spcAft>
                <a:spcPts val="0"/>
              </a:spcAft>
              <a:buFontTx/>
              <a:buChar char="-"/>
            </a:pPr>
            <a:r>
              <a:rPr lang="en-IN" sz="1800" dirty="0">
                <a:solidFill>
                  <a:schemeClr val="dk1"/>
                </a:solidFill>
              </a:rPr>
              <a:t>Customize SQL prompt based on the user question</a:t>
            </a:r>
          </a:p>
          <a:p>
            <a:pPr marL="742950" lvl="0" indent="-285750" algn="l" rtl="0">
              <a:lnSpc>
                <a:spcPct val="150000"/>
              </a:lnSpc>
              <a:spcBef>
                <a:spcPts val="0"/>
              </a:spcBef>
              <a:spcAft>
                <a:spcPts val="0"/>
              </a:spcAft>
              <a:buFontTx/>
              <a:buChar char="-"/>
            </a:pPr>
            <a:r>
              <a:rPr lang="en-IN" sz="1800" dirty="0">
                <a:solidFill>
                  <a:schemeClr val="dk1"/>
                </a:solidFill>
              </a:rPr>
              <a:t>Writing and Validating SQL query in a single prompt (addressing common SQL errors generated by GPT3.5)</a:t>
            </a:r>
          </a:p>
          <a:p>
            <a:pPr marL="742950" lvl="0" indent="-285750" algn="l" rtl="0">
              <a:lnSpc>
                <a:spcPct val="150000"/>
              </a:lnSpc>
              <a:spcBef>
                <a:spcPts val="0"/>
              </a:spcBef>
              <a:spcAft>
                <a:spcPts val="0"/>
              </a:spcAft>
              <a:buFontTx/>
              <a:buChar char="-"/>
            </a:pPr>
            <a:r>
              <a:rPr lang="en-IN" sz="1800" dirty="0">
                <a:solidFill>
                  <a:schemeClr val="dk1"/>
                </a:solidFill>
              </a:rPr>
              <a:t>Extracting SQL query – sometimes output might have unnecessary token ‘</a:t>
            </a:r>
            <a:r>
              <a:rPr lang="en-IN" sz="1800" dirty="0" err="1">
                <a:solidFill>
                  <a:schemeClr val="dk1"/>
                </a:solidFill>
              </a:rPr>
              <a:t>sql</a:t>
            </a:r>
            <a:r>
              <a:rPr lang="en-IN" sz="1800" dirty="0">
                <a:solidFill>
                  <a:schemeClr val="dk1"/>
                </a:solidFill>
              </a:rPr>
              <a:t>’ before SQL query</a:t>
            </a:r>
          </a:p>
          <a:p>
            <a:pPr marL="742950" lvl="0" indent="-285750" algn="l" rtl="0">
              <a:spcBef>
                <a:spcPts val="0"/>
              </a:spcBef>
              <a:spcAft>
                <a:spcPts val="0"/>
              </a:spcAft>
              <a:buFontTx/>
              <a:buChar char="-"/>
            </a:pPr>
            <a:endParaRPr lang="en-IN" sz="1800" dirty="0">
              <a:solidFill>
                <a:schemeClr val="dk1"/>
              </a:solidFill>
            </a:endParaRPr>
          </a:p>
          <a:p>
            <a:pPr marL="742950" lvl="0" indent="-285750" algn="l" rtl="0">
              <a:spcBef>
                <a:spcPts val="0"/>
              </a:spcBef>
              <a:spcAft>
                <a:spcPts val="0"/>
              </a:spcAft>
              <a:buFontTx/>
              <a:buChar char="-"/>
            </a:pPr>
            <a:endParaRPr lang="en-IN" sz="1800" dirty="0">
              <a:solidFill>
                <a:schemeClr val="dk1"/>
              </a:solidFill>
            </a:endParaRPr>
          </a:p>
        </p:txBody>
      </p:sp>
      <p:sp>
        <p:nvSpPr>
          <p:cNvPr id="2" name="Rectangle: Rounded Corners 1">
            <a:extLst>
              <a:ext uri="{FF2B5EF4-FFF2-40B4-BE49-F238E27FC236}">
                <a16:creationId xmlns:a16="http://schemas.microsoft.com/office/drawing/2014/main" id="{20E21986-C6F8-4507-5C75-6056D4E19DE6}"/>
              </a:ext>
            </a:extLst>
          </p:cNvPr>
          <p:cNvSpPr/>
          <p:nvPr/>
        </p:nvSpPr>
        <p:spPr>
          <a:xfrm>
            <a:off x="1872648" y="2109634"/>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Retriever Module</a:t>
            </a:r>
            <a:endParaRPr lang="en-US" dirty="0"/>
          </a:p>
        </p:txBody>
      </p:sp>
      <p:sp>
        <p:nvSpPr>
          <p:cNvPr id="3" name="Arrow: Right 2">
            <a:extLst>
              <a:ext uri="{FF2B5EF4-FFF2-40B4-BE49-F238E27FC236}">
                <a16:creationId xmlns:a16="http://schemas.microsoft.com/office/drawing/2014/main" id="{3C1E5F2C-24EE-CFB6-BE4C-8C08752A6826}"/>
              </a:ext>
            </a:extLst>
          </p:cNvPr>
          <p:cNvSpPr/>
          <p:nvPr/>
        </p:nvSpPr>
        <p:spPr>
          <a:xfrm>
            <a:off x="1458097" y="2437090"/>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Multidocument 3">
            <a:extLst>
              <a:ext uri="{FF2B5EF4-FFF2-40B4-BE49-F238E27FC236}">
                <a16:creationId xmlns:a16="http://schemas.microsoft.com/office/drawing/2014/main" id="{134C800C-8258-FBEE-1E89-49993D9C9A88}"/>
              </a:ext>
            </a:extLst>
          </p:cNvPr>
          <p:cNvSpPr/>
          <p:nvPr/>
        </p:nvSpPr>
        <p:spPr>
          <a:xfrm>
            <a:off x="74141" y="2152884"/>
            <a:ext cx="1303037" cy="741405"/>
          </a:xfrm>
          <a:prstGeom prst="flowChartMultidocumen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User Queries</a:t>
            </a:r>
            <a:endParaRPr lang="en-US" dirty="0"/>
          </a:p>
        </p:txBody>
      </p:sp>
      <p:sp>
        <p:nvSpPr>
          <p:cNvPr id="6" name="Rectangle: Rounded Corners 5">
            <a:extLst>
              <a:ext uri="{FF2B5EF4-FFF2-40B4-BE49-F238E27FC236}">
                <a16:creationId xmlns:a16="http://schemas.microsoft.com/office/drawing/2014/main" id="{CB72A976-7E87-086E-9013-E1CE4583D48F}"/>
              </a:ext>
            </a:extLst>
          </p:cNvPr>
          <p:cNvSpPr/>
          <p:nvPr/>
        </p:nvSpPr>
        <p:spPr>
          <a:xfrm>
            <a:off x="3735822" y="2105275"/>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Table Info </a:t>
            </a:r>
            <a:endParaRPr lang="en-US" dirty="0"/>
          </a:p>
        </p:txBody>
      </p:sp>
      <p:sp>
        <p:nvSpPr>
          <p:cNvPr id="8" name="Rectangle 7">
            <a:extLst>
              <a:ext uri="{FF2B5EF4-FFF2-40B4-BE49-F238E27FC236}">
                <a16:creationId xmlns:a16="http://schemas.microsoft.com/office/drawing/2014/main" id="{3AD25ACD-7F79-8B9F-6C4B-2CBA6FD21DDE}"/>
              </a:ext>
            </a:extLst>
          </p:cNvPr>
          <p:cNvSpPr/>
          <p:nvPr/>
        </p:nvSpPr>
        <p:spPr>
          <a:xfrm>
            <a:off x="3625895" y="1865870"/>
            <a:ext cx="5066873" cy="11272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75944B2-F7B5-BF4A-CF4F-DA60FAFAF3CA}"/>
              </a:ext>
            </a:extLst>
          </p:cNvPr>
          <p:cNvSpPr txBox="1"/>
          <p:nvPr/>
        </p:nvSpPr>
        <p:spPr>
          <a:xfrm>
            <a:off x="4642840" y="1441382"/>
            <a:ext cx="2208342" cy="307777"/>
          </a:xfrm>
          <a:prstGeom prst="rect">
            <a:avLst/>
          </a:prstGeom>
          <a:noFill/>
        </p:spPr>
        <p:txBody>
          <a:bodyPr wrap="square" rtlCol="0">
            <a:spAutoFit/>
          </a:bodyPr>
          <a:lstStyle/>
          <a:p>
            <a:pPr algn="ctr"/>
            <a:r>
              <a:rPr lang="en-IN" b="1" dirty="0"/>
              <a:t>Generate SQL Query</a:t>
            </a:r>
            <a:endParaRPr lang="en-US" b="1" dirty="0"/>
          </a:p>
        </p:txBody>
      </p:sp>
      <p:sp>
        <p:nvSpPr>
          <p:cNvPr id="10" name="Rectangle: Rounded Corners 9">
            <a:extLst>
              <a:ext uri="{FF2B5EF4-FFF2-40B4-BE49-F238E27FC236}">
                <a16:creationId xmlns:a16="http://schemas.microsoft.com/office/drawing/2014/main" id="{F344D74C-89BC-C3A8-0F14-ED10D2CBD118}"/>
              </a:ext>
            </a:extLst>
          </p:cNvPr>
          <p:cNvSpPr/>
          <p:nvPr/>
        </p:nvSpPr>
        <p:spPr>
          <a:xfrm>
            <a:off x="5184478" y="2105275"/>
            <a:ext cx="1928512"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SQL prompt</a:t>
            </a:r>
            <a:endParaRPr lang="en-US" dirty="0"/>
          </a:p>
        </p:txBody>
      </p:sp>
      <p:sp>
        <p:nvSpPr>
          <p:cNvPr id="11" name="Rectangle: Rounded Corners 10">
            <a:extLst>
              <a:ext uri="{FF2B5EF4-FFF2-40B4-BE49-F238E27FC236}">
                <a16:creationId xmlns:a16="http://schemas.microsoft.com/office/drawing/2014/main" id="{52201CAD-63C6-46D0-A082-FED393702E88}"/>
              </a:ext>
            </a:extLst>
          </p:cNvPr>
          <p:cNvSpPr/>
          <p:nvPr/>
        </p:nvSpPr>
        <p:spPr>
          <a:xfrm>
            <a:off x="7249263" y="2095673"/>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Extract SQL</a:t>
            </a:r>
          </a:p>
          <a:p>
            <a:pPr algn="ctr"/>
            <a:r>
              <a:rPr lang="en-IN" dirty="0"/>
              <a:t>Query</a:t>
            </a:r>
            <a:endParaRPr lang="en-US" dirty="0"/>
          </a:p>
        </p:txBody>
      </p:sp>
      <p:cxnSp>
        <p:nvCxnSpPr>
          <p:cNvPr id="13" name="Straight Arrow Connector 12">
            <a:extLst>
              <a:ext uri="{FF2B5EF4-FFF2-40B4-BE49-F238E27FC236}">
                <a16:creationId xmlns:a16="http://schemas.microsoft.com/office/drawing/2014/main" id="{E6A59BF1-EE9B-5BD2-B0CF-AE11232BC653}"/>
              </a:ext>
            </a:extLst>
          </p:cNvPr>
          <p:cNvCxnSpPr>
            <a:stCxn id="6" idx="3"/>
            <a:endCxn id="10" idx="1"/>
          </p:cNvCxnSpPr>
          <p:nvPr/>
        </p:nvCxnSpPr>
        <p:spPr>
          <a:xfrm>
            <a:off x="5038859" y="2475978"/>
            <a:ext cx="145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D3BB8C1-2737-D74F-A02C-246EFDFC3E44}"/>
              </a:ext>
            </a:extLst>
          </p:cNvPr>
          <p:cNvCxnSpPr>
            <a:stCxn id="10" idx="3"/>
            <a:endCxn id="11" idx="1"/>
          </p:cNvCxnSpPr>
          <p:nvPr/>
        </p:nvCxnSpPr>
        <p:spPr>
          <a:xfrm flipV="1">
            <a:off x="7112990" y="2466376"/>
            <a:ext cx="136273" cy="9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FD08708-52C8-7597-E2F6-5B9E09554D1A}"/>
              </a:ext>
            </a:extLst>
          </p:cNvPr>
          <p:cNvSpPr/>
          <p:nvPr/>
        </p:nvSpPr>
        <p:spPr>
          <a:xfrm>
            <a:off x="9153919" y="2040297"/>
            <a:ext cx="1156723"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Run</a:t>
            </a:r>
          </a:p>
          <a:p>
            <a:pPr algn="ctr"/>
            <a:r>
              <a:rPr lang="en-IN" dirty="0"/>
              <a:t>SQL Query</a:t>
            </a:r>
          </a:p>
        </p:txBody>
      </p:sp>
      <p:sp>
        <p:nvSpPr>
          <p:cNvPr id="20" name="Arrow: Right 19">
            <a:extLst>
              <a:ext uri="{FF2B5EF4-FFF2-40B4-BE49-F238E27FC236}">
                <a16:creationId xmlns:a16="http://schemas.microsoft.com/office/drawing/2014/main" id="{274510DA-86B5-9F10-55D8-8AD54123B7B9}"/>
              </a:ext>
            </a:extLst>
          </p:cNvPr>
          <p:cNvSpPr/>
          <p:nvPr/>
        </p:nvSpPr>
        <p:spPr>
          <a:xfrm>
            <a:off x="3225113" y="2432287"/>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2D47031D-5E25-926A-CF6E-3B529376A67B}"/>
              </a:ext>
            </a:extLst>
          </p:cNvPr>
          <p:cNvSpPr/>
          <p:nvPr/>
        </p:nvSpPr>
        <p:spPr>
          <a:xfrm>
            <a:off x="8753137" y="2411000"/>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CEF7F7BA-A281-5204-935E-A2A2A0AFBAFF}"/>
              </a:ext>
            </a:extLst>
          </p:cNvPr>
          <p:cNvSpPr/>
          <p:nvPr/>
        </p:nvSpPr>
        <p:spPr>
          <a:xfrm>
            <a:off x="10467897" y="2373985"/>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EA14363-EEDE-6F75-A435-4CFEF6D78F76}"/>
              </a:ext>
            </a:extLst>
          </p:cNvPr>
          <p:cNvSpPr/>
          <p:nvPr/>
        </p:nvSpPr>
        <p:spPr>
          <a:xfrm>
            <a:off x="10849203" y="2018392"/>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Pandas Agent</a:t>
            </a:r>
            <a:endParaRPr lang="en-US" dirty="0"/>
          </a:p>
        </p:txBody>
      </p:sp>
      <p:sp>
        <p:nvSpPr>
          <p:cNvPr id="24" name="Rectangle: Rounded Corners 23">
            <a:extLst>
              <a:ext uri="{FF2B5EF4-FFF2-40B4-BE49-F238E27FC236}">
                <a16:creationId xmlns:a16="http://schemas.microsoft.com/office/drawing/2014/main" id="{BA0C9789-3337-32C0-7D07-9E1A04F5CF55}"/>
              </a:ext>
            </a:extLst>
          </p:cNvPr>
          <p:cNvSpPr/>
          <p:nvPr/>
        </p:nvSpPr>
        <p:spPr>
          <a:xfrm>
            <a:off x="9129205" y="2040297"/>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Execute </a:t>
            </a:r>
          </a:p>
          <a:p>
            <a:pPr algn="ctr"/>
            <a:r>
              <a:rPr lang="en-IN" dirty="0"/>
              <a:t>Query</a:t>
            </a:r>
            <a:endParaRPr lang="en-US" dirty="0"/>
          </a:p>
        </p:txBody>
      </p:sp>
      <p:cxnSp>
        <p:nvCxnSpPr>
          <p:cNvPr id="7" name="Connector: Curved 6">
            <a:extLst>
              <a:ext uri="{FF2B5EF4-FFF2-40B4-BE49-F238E27FC236}">
                <a16:creationId xmlns:a16="http://schemas.microsoft.com/office/drawing/2014/main" id="{EF928124-EFFF-5562-EB52-4D0736133565}"/>
              </a:ext>
            </a:extLst>
          </p:cNvPr>
          <p:cNvCxnSpPr>
            <a:cxnSpLocks/>
            <a:stCxn id="8" idx="2"/>
          </p:cNvCxnSpPr>
          <p:nvPr/>
        </p:nvCxnSpPr>
        <p:spPr>
          <a:xfrm rot="5400000">
            <a:off x="5840043" y="3010151"/>
            <a:ext cx="336351" cy="302229"/>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6229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7552E9-9736-447F-C707-D76FEB5EDA95}"/>
              </a:ext>
            </a:extLst>
          </p:cNvPr>
          <p:cNvPicPr>
            <a:picLocks noChangeAspect="1"/>
          </p:cNvPicPr>
          <p:nvPr/>
        </p:nvPicPr>
        <p:blipFill>
          <a:blip r:embed="rId2"/>
          <a:stretch>
            <a:fillRect/>
          </a:stretch>
        </p:blipFill>
        <p:spPr>
          <a:xfrm>
            <a:off x="1487316" y="1067701"/>
            <a:ext cx="8772525" cy="4772025"/>
          </a:xfrm>
          <a:prstGeom prst="rect">
            <a:avLst/>
          </a:prstGeom>
        </p:spPr>
      </p:pic>
      <p:sp>
        <p:nvSpPr>
          <p:cNvPr id="8" name="Google Shape;122;p22">
            <a:extLst>
              <a:ext uri="{FF2B5EF4-FFF2-40B4-BE49-F238E27FC236}">
                <a16:creationId xmlns:a16="http://schemas.microsoft.com/office/drawing/2014/main" id="{52512BA8-E8CC-E90E-8901-69B25C7B03D7}"/>
              </a:ext>
            </a:extLst>
          </p:cNvPr>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SQL Custom Prompt</a:t>
            </a:r>
            <a:endParaRPr sz="2100" b="1" dirty="0">
              <a:solidFill>
                <a:schemeClr val="dk1"/>
              </a:solidFill>
            </a:endParaRPr>
          </a:p>
        </p:txBody>
      </p:sp>
      <p:sp>
        <p:nvSpPr>
          <p:cNvPr id="9" name="Rectangle: Rounded Corners 8">
            <a:extLst>
              <a:ext uri="{FF2B5EF4-FFF2-40B4-BE49-F238E27FC236}">
                <a16:creationId xmlns:a16="http://schemas.microsoft.com/office/drawing/2014/main" id="{426A6901-4BBE-7C14-43D2-D1C73D177204}"/>
              </a:ext>
            </a:extLst>
          </p:cNvPr>
          <p:cNvSpPr/>
          <p:nvPr/>
        </p:nvSpPr>
        <p:spPr>
          <a:xfrm>
            <a:off x="1487316" y="3093200"/>
            <a:ext cx="8237460" cy="1837145"/>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96732C52-4B59-E19F-3C51-5083F1FCD344}"/>
              </a:ext>
            </a:extLst>
          </p:cNvPr>
          <p:cNvCxnSpPr>
            <a:cxnSpLocks/>
          </p:cNvCxnSpPr>
          <p:nvPr/>
        </p:nvCxnSpPr>
        <p:spPr>
          <a:xfrm>
            <a:off x="9749489" y="3991232"/>
            <a:ext cx="8031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146B8AA-54C1-19CA-FF84-3C0768800D73}"/>
              </a:ext>
            </a:extLst>
          </p:cNvPr>
          <p:cNvSpPr txBox="1"/>
          <p:nvPr/>
        </p:nvSpPr>
        <p:spPr>
          <a:xfrm>
            <a:off x="10577386" y="3756454"/>
            <a:ext cx="1544594" cy="523220"/>
          </a:xfrm>
          <a:prstGeom prst="rect">
            <a:avLst/>
          </a:prstGeom>
          <a:noFill/>
        </p:spPr>
        <p:txBody>
          <a:bodyPr wrap="square" rtlCol="0">
            <a:spAutoFit/>
          </a:bodyPr>
          <a:lstStyle/>
          <a:p>
            <a:pPr algn="ctr"/>
            <a:r>
              <a:rPr lang="en-IN" b="1" dirty="0"/>
              <a:t>Avoid Common SQL errors</a:t>
            </a:r>
            <a:endParaRPr lang="en-US" b="1" dirty="0"/>
          </a:p>
        </p:txBody>
      </p:sp>
      <p:sp>
        <p:nvSpPr>
          <p:cNvPr id="13" name="Rectangle: Rounded Corners 12">
            <a:extLst>
              <a:ext uri="{FF2B5EF4-FFF2-40B4-BE49-F238E27FC236}">
                <a16:creationId xmlns:a16="http://schemas.microsoft.com/office/drawing/2014/main" id="{C11CB9A2-02BF-796B-560A-69A44D2FBB35}"/>
              </a:ext>
            </a:extLst>
          </p:cNvPr>
          <p:cNvSpPr/>
          <p:nvPr/>
        </p:nvSpPr>
        <p:spPr>
          <a:xfrm>
            <a:off x="1462603" y="2046995"/>
            <a:ext cx="3541894" cy="620401"/>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56EA53E7-3B4C-00BB-037F-36A8026EEC7F}"/>
              </a:ext>
            </a:extLst>
          </p:cNvPr>
          <p:cNvCxnSpPr>
            <a:cxnSpLocks/>
            <a:stCxn id="13" idx="1"/>
            <a:endCxn id="18" idx="0"/>
          </p:cNvCxnSpPr>
          <p:nvPr/>
        </p:nvCxnSpPr>
        <p:spPr>
          <a:xfrm flipH="1">
            <a:off x="812456" y="2357196"/>
            <a:ext cx="650147" cy="371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AED1196-863B-7537-09C4-4C3578EF2DAA}"/>
              </a:ext>
            </a:extLst>
          </p:cNvPr>
          <p:cNvSpPr txBox="1"/>
          <p:nvPr/>
        </p:nvSpPr>
        <p:spPr>
          <a:xfrm>
            <a:off x="74138" y="2728758"/>
            <a:ext cx="1476636" cy="523220"/>
          </a:xfrm>
          <a:prstGeom prst="rect">
            <a:avLst/>
          </a:prstGeom>
          <a:noFill/>
        </p:spPr>
        <p:txBody>
          <a:bodyPr wrap="square" rtlCol="0">
            <a:spAutoFit/>
          </a:bodyPr>
          <a:lstStyle/>
          <a:p>
            <a:pPr algn="ctr"/>
            <a:r>
              <a:rPr lang="en-IN" b="1" dirty="0"/>
              <a:t>Custom SQL table info</a:t>
            </a:r>
            <a:endParaRPr lang="en-US" b="1" dirty="0"/>
          </a:p>
        </p:txBody>
      </p:sp>
      <p:sp>
        <p:nvSpPr>
          <p:cNvPr id="22" name="Rectangle: Rounded Corners 21">
            <a:extLst>
              <a:ext uri="{FF2B5EF4-FFF2-40B4-BE49-F238E27FC236}">
                <a16:creationId xmlns:a16="http://schemas.microsoft.com/office/drawing/2014/main" id="{454132E3-5D09-8628-04A7-EDAD787844B4}"/>
              </a:ext>
            </a:extLst>
          </p:cNvPr>
          <p:cNvSpPr/>
          <p:nvPr/>
        </p:nvSpPr>
        <p:spPr>
          <a:xfrm>
            <a:off x="1462603" y="5356148"/>
            <a:ext cx="3158824" cy="434151"/>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B1E12DA9-3853-5685-22BC-B037C9AB888E}"/>
              </a:ext>
            </a:extLst>
          </p:cNvPr>
          <p:cNvCxnSpPr>
            <a:stCxn id="22" idx="1"/>
          </p:cNvCxnSpPr>
          <p:nvPr/>
        </p:nvCxnSpPr>
        <p:spPr>
          <a:xfrm flipH="1" flipV="1">
            <a:off x="990600" y="5356148"/>
            <a:ext cx="472003" cy="217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20BA3F5-D7A4-9F1E-30F1-FEDD45BCFCF6}"/>
              </a:ext>
            </a:extLst>
          </p:cNvPr>
          <p:cNvSpPr txBox="1"/>
          <p:nvPr/>
        </p:nvSpPr>
        <p:spPr>
          <a:xfrm>
            <a:off x="0" y="4783501"/>
            <a:ext cx="1476636" cy="523220"/>
          </a:xfrm>
          <a:prstGeom prst="rect">
            <a:avLst/>
          </a:prstGeom>
          <a:noFill/>
        </p:spPr>
        <p:txBody>
          <a:bodyPr wrap="square" rtlCol="0">
            <a:spAutoFit/>
          </a:bodyPr>
          <a:lstStyle/>
          <a:p>
            <a:pPr algn="ctr"/>
            <a:r>
              <a:rPr lang="en-IN" b="1" dirty="0"/>
              <a:t>Generate Valid SQL Query</a:t>
            </a:r>
            <a:endParaRPr lang="en-US" b="1" dirty="0"/>
          </a:p>
        </p:txBody>
      </p:sp>
    </p:spTree>
    <p:extLst>
      <p:ext uri="{BB962C8B-B14F-4D97-AF65-F5344CB8AC3E}">
        <p14:creationId xmlns:p14="http://schemas.microsoft.com/office/powerpoint/2010/main" val="2696157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US" dirty="0"/>
              <a:t>12</a:t>
            </a:r>
            <a:endParaRPr dirty="0">
              <a:solidFill>
                <a:srgbClr val="C7C8CB"/>
              </a:solidFill>
            </a:endParaRPr>
          </a:p>
        </p:txBody>
      </p:sp>
      <p:sp>
        <p:nvSpPr>
          <p:cNvPr id="122" name="Google Shape;122;p2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SQL LLM Agent</a:t>
            </a:r>
            <a:endParaRPr sz="2100" b="1" dirty="0">
              <a:solidFill>
                <a:schemeClr val="dk1"/>
              </a:solidFill>
            </a:endParaRPr>
          </a:p>
        </p:txBody>
      </p:sp>
      <p:sp>
        <p:nvSpPr>
          <p:cNvPr id="123" name="Google Shape;123;p22"/>
          <p:cNvSpPr txBox="1"/>
          <p:nvPr/>
        </p:nvSpPr>
        <p:spPr>
          <a:xfrm>
            <a:off x="5140933" y="3293044"/>
            <a:ext cx="6822733" cy="675194"/>
          </a:xfrm>
          <a:prstGeom prst="rect">
            <a:avLst/>
          </a:prstGeom>
          <a:noFill/>
          <a:ln>
            <a:noFill/>
          </a:ln>
        </p:spPr>
        <p:txBody>
          <a:bodyPr spcFirstLastPara="1" wrap="square" lIns="91425" tIns="91425" rIns="91425" bIns="91425" anchor="t" anchorCtr="0">
            <a:noAutofit/>
          </a:bodyPr>
          <a:lstStyle/>
          <a:p>
            <a:pPr marL="742950" lvl="0" indent="-285750" algn="l" rtl="0">
              <a:spcBef>
                <a:spcPts val="0"/>
              </a:spcBef>
              <a:spcAft>
                <a:spcPts val="0"/>
              </a:spcAft>
              <a:buFontTx/>
              <a:buChar char="-"/>
            </a:pPr>
            <a:r>
              <a:rPr lang="en-IN" sz="1800" dirty="0">
                <a:solidFill>
                  <a:schemeClr val="dk1"/>
                </a:solidFill>
              </a:rPr>
              <a:t>Connects to SQLite database and executes the Query</a:t>
            </a:r>
          </a:p>
          <a:p>
            <a:pPr marL="457200" lvl="0" algn="l" rtl="0">
              <a:spcBef>
                <a:spcPts val="0"/>
              </a:spcBef>
              <a:spcAft>
                <a:spcPts val="0"/>
              </a:spcAft>
            </a:pPr>
            <a:endParaRPr lang="en-IN" sz="1800" dirty="0">
              <a:solidFill>
                <a:schemeClr val="dk1"/>
              </a:solidFill>
            </a:endParaRPr>
          </a:p>
          <a:p>
            <a:pPr marL="457200" lvl="0" algn="l" rtl="0">
              <a:spcBef>
                <a:spcPts val="0"/>
              </a:spcBef>
              <a:spcAft>
                <a:spcPts val="0"/>
              </a:spcAft>
            </a:pPr>
            <a:r>
              <a:rPr lang="en-IN" sz="1800" b="1" dirty="0">
                <a:solidFill>
                  <a:schemeClr val="dk1"/>
                </a:solidFill>
              </a:rPr>
              <a:t>Challenge: </a:t>
            </a:r>
            <a:r>
              <a:rPr lang="en-IN" sz="1800" dirty="0">
                <a:solidFill>
                  <a:schemeClr val="dk1"/>
                </a:solidFill>
              </a:rPr>
              <a:t>Preventing the dropping or deletion of SQL tables is paramount, and focusing on access control is one of the next priorities</a:t>
            </a:r>
          </a:p>
        </p:txBody>
      </p:sp>
      <p:sp>
        <p:nvSpPr>
          <p:cNvPr id="2" name="Rectangle: Rounded Corners 1">
            <a:extLst>
              <a:ext uri="{FF2B5EF4-FFF2-40B4-BE49-F238E27FC236}">
                <a16:creationId xmlns:a16="http://schemas.microsoft.com/office/drawing/2014/main" id="{20E21986-C6F8-4507-5C75-6056D4E19DE6}"/>
              </a:ext>
            </a:extLst>
          </p:cNvPr>
          <p:cNvSpPr/>
          <p:nvPr/>
        </p:nvSpPr>
        <p:spPr>
          <a:xfrm>
            <a:off x="1872648" y="2109634"/>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Retriever Module</a:t>
            </a:r>
            <a:endParaRPr lang="en-US" dirty="0"/>
          </a:p>
        </p:txBody>
      </p:sp>
      <p:sp>
        <p:nvSpPr>
          <p:cNvPr id="3" name="Arrow: Right 2">
            <a:extLst>
              <a:ext uri="{FF2B5EF4-FFF2-40B4-BE49-F238E27FC236}">
                <a16:creationId xmlns:a16="http://schemas.microsoft.com/office/drawing/2014/main" id="{3C1E5F2C-24EE-CFB6-BE4C-8C08752A6826}"/>
              </a:ext>
            </a:extLst>
          </p:cNvPr>
          <p:cNvSpPr/>
          <p:nvPr/>
        </p:nvSpPr>
        <p:spPr>
          <a:xfrm>
            <a:off x="1458097" y="2437090"/>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Multidocument 3">
            <a:extLst>
              <a:ext uri="{FF2B5EF4-FFF2-40B4-BE49-F238E27FC236}">
                <a16:creationId xmlns:a16="http://schemas.microsoft.com/office/drawing/2014/main" id="{134C800C-8258-FBEE-1E89-49993D9C9A88}"/>
              </a:ext>
            </a:extLst>
          </p:cNvPr>
          <p:cNvSpPr/>
          <p:nvPr/>
        </p:nvSpPr>
        <p:spPr>
          <a:xfrm>
            <a:off x="74141" y="2152884"/>
            <a:ext cx="1303037" cy="741405"/>
          </a:xfrm>
          <a:prstGeom prst="flowChartMultidocumen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User Queries</a:t>
            </a:r>
            <a:endParaRPr lang="en-US" dirty="0"/>
          </a:p>
        </p:txBody>
      </p:sp>
      <p:sp>
        <p:nvSpPr>
          <p:cNvPr id="6" name="Rectangle: Rounded Corners 5">
            <a:extLst>
              <a:ext uri="{FF2B5EF4-FFF2-40B4-BE49-F238E27FC236}">
                <a16:creationId xmlns:a16="http://schemas.microsoft.com/office/drawing/2014/main" id="{CB72A976-7E87-086E-9013-E1CE4583D48F}"/>
              </a:ext>
            </a:extLst>
          </p:cNvPr>
          <p:cNvSpPr/>
          <p:nvPr/>
        </p:nvSpPr>
        <p:spPr>
          <a:xfrm>
            <a:off x="3735822" y="2105275"/>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Table Info </a:t>
            </a:r>
            <a:endParaRPr lang="en-US" dirty="0"/>
          </a:p>
        </p:txBody>
      </p:sp>
      <p:sp>
        <p:nvSpPr>
          <p:cNvPr id="8" name="Rectangle 7">
            <a:extLst>
              <a:ext uri="{FF2B5EF4-FFF2-40B4-BE49-F238E27FC236}">
                <a16:creationId xmlns:a16="http://schemas.microsoft.com/office/drawing/2014/main" id="{3AD25ACD-7F79-8B9F-6C4B-2CBA6FD21DDE}"/>
              </a:ext>
            </a:extLst>
          </p:cNvPr>
          <p:cNvSpPr/>
          <p:nvPr/>
        </p:nvSpPr>
        <p:spPr>
          <a:xfrm>
            <a:off x="3625895" y="1865870"/>
            <a:ext cx="5066873" cy="11272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75944B2-F7B5-BF4A-CF4F-DA60FAFAF3CA}"/>
              </a:ext>
            </a:extLst>
          </p:cNvPr>
          <p:cNvSpPr txBox="1"/>
          <p:nvPr/>
        </p:nvSpPr>
        <p:spPr>
          <a:xfrm>
            <a:off x="4642840" y="1441382"/>
            <a:ext cx="2208342" cy="307777"/>
          </a:xfrm>
          <a:prstGeom prst="rect">
            <a:avLst/>
          </a:prstGeom>
          <a:noFill/>
        </p:spPr>
        <p:txBody>
          <a:bodyPr wrap="square" rtlCol="0">
            <a:spAutoFit/>
          </a:bodyPr>
          <a:lstStyle/>
          <a:p>
            <a:pPr algn="ctr"/>
            <a:r>
              <a:rPr lang="en-IN" b="1" dirty="0"/>
              <a:t>Generate SQL Query</a:t>
            </a:r>
            <a:endParaRPr lang="en-US" b="1" dirty="0"/>
          </a:p>
        </p:txBody>
      </p:sp>
      <p:sp>
        <p:nvSpPr>
          <p:cNvPr id="10" name="Rectangle: Rounded Corners 9">
            <a:extLst>
              <a:ext uri="{FF2B5EF4-FFF2-40B4-BE49-F238E27FC236}">
                <a16:creationId xmlns:a16="http://schemas.microsoft.com/office/drawing/2014/main" id="{F344D74C-89BC-C3A8-0F14-ED10D2CBD118}"/>
              </a:ext>
            </a:extLst>
          </p:cNvPr>
          <p:cNvSpPr/>
          <p:nvPr/>
        </p:nvSpPr>
        <p:spPr>
          <a:xfrm>
            <a:off x="5184478" y="2105275"/>
            <a:ext cx="1928512"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SQL prompt</a:t>
            </a:r>
            <a:endParaRPr lang="en-US" dirty="0"/>
          </a:p>
        </p:txBody>
      </p:sp>
      <p:sp>
        <p:nvSpPr>
          <p:cNvPr id="11" name="Rectangle: Rounded Corners 10">
            <a:extLst>
              <a:ext uri="{FF2B5EF4-FFF2-40B4-BE49-F238E27FC236}">
                <a16:creationId xmlns:a16="http://schemas.microsoft.com/office/drawing/2014/main" id="{52201CAD-63C6-46D0-A082-FED393702E88}"/>
              </a:ext>
            </a:extLst>
          </p:cNvPr>
          <p:cNvSpPr/>
          <p:nvPr/>
        </p:nvSpPr>
        <p:spPr>
          <a:xfrm>
            <a:off x="7249263" y="2095673"/>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Extract SQL</a:t>
            </a:r>
          </a:p>
          <a:p>
            <a:pPr algn="ctr"/>
            <a:r>
              <a:rPr lang="en-IN" dirty="0"/>
              <a:t>Query</a:t>
            </a:r>
            <a:endParaRPr lang="en-US" dirty="0"/>
          </a:p>
        </p:txBody>
      </p:sp>
      <p:cxnSp>
        <p:nvCxnSpPr>
          <p:cNvPr id="13" name="Straight Arrow Connector 12">
            <a:extLst>
              <a:ext uri="{FF2B5EF4-FFF2-40B4-BE49-F238E27FC236}">
                <a16:creationId xmlns:a16="http://schemas.microsoft.com/office/drawing/2014/main" id="{E6A59BF1-EE9B-5BD2-B0CF-AE11232BC653}"/>
              </a:ext>
            </a:extLst>
          </p:cNvPr>
          <p:cNvCxnSpPr>
            <a:stCxn id="6" idx="3"/>
            <a:endCxn id="10" idx="1"/>
          </p:cNvCxnSpPr>
          <p:nvPr/>
        </p:nvCxnSpPr>
        <p:spPr>
          <a:xfrm>
            <a:off x="5038859" y="2475978"/>
            <a:ext cx="145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D3BB8C1-2737-D74F-A02C-246EFDFC3E44}"/>
              </a:ext>
            </a:extLst>
          </p:cNvPr>
          <p:cNvCxnSpPr>
            <a:stCxn id="10" idx="3"/>
            <a:endCxn id="11" idx="1"/>
          </p:cNvCxnSpPr>
          <p:nvPr/>
        </p:nvCxnSpPr>
        <p:spPr>
          <a:xfrm flipV="1">
            <a:off x="7112990" y="2466376"/>
            <a:ext cx="136273" cy="9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FD08708-52C8-7597-E2F6-5B9E09554D1A}"/>
              </a:ext>
            </a:extLst>
          </p:cNvPr>
          <p:cNvSpPr/>
          <p:nvPr/>
        </p:nvSpPr>
        <p:spPr>
          <a:xfrm>
            <a:off x="9153919" y="2040297"/>
            <a:ext cx="1156723"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Run</a:t>
            </a:r>
          </a:p>
          <a:p>
            <a:pPr algn="ctr"/>
            <a:r>
              <a:rPr lang="en-IN" dirty="0"/>
              <a:t>SQL Query</a:t>
            </a:r>
          </a:p>
        </p:txBody>
      </p:sp>
      <p:sp>
        <p:nvSpPr>
          <p:cNvPr id="20" name="Arrow: Right 19">
            <a:extLst>
              <a:ext uri="{FF2B5EF4-FFF2-40B4-BE49-F238E27FC236}">
                <a16:creationId xmlns:a16="http://schemas.microsoft.com/office/drawing/2014/main" id="{274510DA-86B5-9F10-55D8-8AD54123B7B9}"/>
              </a:ext>
            </a:extLst>
          </p:cNvPr>
          <p:cNvSpPr/>
          <p:nvPr/>
        </p:nvSpPr>
        <p:spPr>
          <a:xfrm>
            <a:off x="3225113" y="2432287"/>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2D47031D-5E25-926A-CF6E-3B529376A67B}"/>
              </a:ext>
            </a:extLst>
          </p:cNvPr>
          <p:cNvSpPr/>
          <p:nvPr/>
        </p:nvSpPr>
        <p:spPr>
          <a:xfrm>
            <a:off x="8753137" y="2411000"/>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CEF7F7BA-A281-5204-935E-A2A2A0AFBAFF}"/>
              </a:ext>
            </a:extLst>
          </p:cNvPr>
          <p:cNvSpPr/>
          <p:nvPr/>
        </p:nvSpPr>
        <p:spPr>
          <a:xfrm>
            <a:off x="10467897" y="2373985"/>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EA14363-EEDE-6F75-A435-4CFEF6D78F76}"/>
              </a:ext>
            </a:extLst>
          </p:cNvPr>
          <p:cNvSpPr/>
          <p:nvPr/>
        </p:nvSpPr>
        <p:spPr>
          <a:xfrm>
            <a:off x="10849203" y="2018392"/>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Pandas Agent</a:t>
            </a:r>
            <a:endParaRPr lang="en-US" dirty="0"/>
          </a:p>
        </p:txBody>
      </p:sp>
      <p:sp>
        <p:nvSpPr>
          <p:cNvPr id="24" name="Rectangle: Rounded Corners 23">
            <a:extLst>
              <a:ext uri="{FF2B5EF4-FFF2-40B4-BE49-F238E27FC236}">
                <a16:creationId xmlns:a16="http://schemas.microsoft.com/office/drawing/2014/main" id="{BA0C9789-3337-32C0-7D07-9E1A04F5CF55}"/>
              </a:ext>
            </a:extLst>
          </p:cNvPr>
          <p:cNvSpPr/>
          <p:nvPr/>
        </p:nvSpPr>
        <p:spPr>
          <a:xfrm>
            <a:off x="9129205" y="2040297"/>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Execute </a:t>
            </a:r>
          </a:p>
          <a:p>
            <a:pPr algn="ctr"/>
            <a:r>
              <a:rPr lang="en-IN" dirty="0"/>
              <a:t>Query</a:t>
            </a:r>
            <a:endParaRPr lang="en-US" dirty="0"/>
          </a:p>
        </p:txBody>
      </p:sp>
      <p:cxnSp>
        <p:nvCxnSpPr>
          <p:cNvPr id="7" name="Connector: Curved 6">
            <a:extLst>
              <a:ext uri="{FF2B5EF4-FFF2-40B4-BE49-F238E27FC236}">
                <a16:creationId xmlns:a16="http://schemas.microsoft.com/office/drawing/2014/main" id="{EF928124-EFFF-5562-EB52-4D0736133565}"/>
              </a:ext>
            </a:extLst>
          </p:cNvPr>
          <p:cNvCxnSpPr>
            <a:cxnSpLocks/>
            <a:stCxn id="24" idx="2"/>
          </p:cNvCxnSpPr>
          <p:nvPr/>
        </p:nvCxnSpPr>
        <p:spPr>
          <a:xfrm rot="5400000">
            <a:off x="9237921" y="2786640"/>
            <a:ext cx="547740" cy="537867"/>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876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IN" dirty="0">
                <a:solidFill>
                  <a:srgbClr val="C7C8CB"/>
                </a:solidFill>
              </a:rPr>
              <a:t>13</a:t>
            </a:r>
            <a:endParaRPr dirty="0">
              <a:solidFill>
                <a:srgbClr val="C7C8CB"/>
              </a:solidFill>
            </a:endParaRPr>
          </a:p>
        </p:txBody>
      </p:sp>
      <p:sp>
        <p:nvSpPr>
          <p:cNvPr id="122" name="Google Shape;122;p2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SQL LLM Agent</a:t>
            </a:r>
            <a:endParaRPr sz="2100" b="1" dirty="0">
              <a:solidFill>
                <a:schemeClr val="dk1"/>
              </a:solidFill>
            </a:endParaRPr>
          </a:p>
        </p:txBody>
      </p:sp>
      <p:sp>
        <p:nvSpPr>
          <p:cNvPr id="123" name="Google Shape;123;p22"/>
          <p:cNvSpPr txBox="1"/>
          <p:nvPr/>
        </p:nvSpPr>
        <p:spPr>
          <a:xfrm>
            <a:off x="2192367" y="3402154"/>
            <a:ext cx="10113792" cy="443783"/>
          </a:xfrm>
          <a:prstGeom prst="rect">
            <a:avLst/>
          </a:prstGeom>
          <a:noFill/>
          <a:ln>
            <a:noFill/>
          </a:ln>
        </p:spPr>
        <p:txBody>
          <a:bodyPr spcFirstLastPara="1" wrap="square" lIns="91425" tIns="91425" rIns="91425" bIns="91425" anchor="t" anchorCtr="0">
            <a:noAutofit/>
          </a:bodyPr>
          <a:lstStyle/>
          <a:p>
            <a:pPr marL="742950" lvl="0" indent="-285750" algn="l" rtl="0">
              <a:spcBef>
                <a:spcPts val="0"/>
              </a:spcBef>
              <a:spcAft>
                <a:spcPts val="0"/>
              </a:spcAft>
              <a:buFontTx/>
              <a:buChar char="-"/>
            </a:pPr>
            <a:r>
              <a:rPr lang="en-IN" sz="1800" dirty="0">
                <a:solidFill>
                  <a:schemeClr val="dk1"/>
                </a:solidFill>
              </a:rPr>
              <a:t>For further data analysis, Pandas LLM Agent can be used after extracting data from SQL</a:t>
            </a:r>
          </a:p>
          <a:p>
            <a:pPr marL="742950" lvl="0" indent="-285750" algn="l" rtl="0">
              <a:spcBef>
                <a:spcPts val="0"/>
              </a:spcBef>
              <a:spcAft>
                <a:spcPts val="0"/>
              </a:spcAft>
              <a:buFontTx/>
              <a:buChar char="-"/>
            </a:pPr>
            <a:endParaRPr lang="en-IN" sz="1800" dirty="0">
              <a:solidFill>
                <a:schemeClr val="dk1"/>
              </a:solidFill>
            </a:endParaRPr>
          </a:p>
        </p:txBody>
      </p:sp>
      <p:sp>
        <p:nvSpPr>
          <p:cNvPr id="2" name="Rectangle: Rounded Corners 1">
            <a:extLst>
              <a:ext uri="{FF2B5EF4-FFF2-40B4-BE49-F238E27FC236}">
                <a16:creationId xmlns:a16="http://schemas.microsoft.com/office/drawing/2014/main" id="{20E21986-C6F8-4507-5C75-6056D4E19DE6}"/>
              </a:ext>
            </a:extLst>
          </p:cNvPr>
          <p:cNvSpPr/>
          <p:nvPr/>
        </p:nvSpPr>
        <p:spPr>
          <a:xfrm>
            <a:off x="1872648" y="2109634"/>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Retriever Module</a:t>
            </a:r>
            <a:endParaRPr lang="en-US" dirty="0"/>
          </a:p>
        </p:txBody>
      </p:sp>
      <p:sp>
        <p:nvSpPr>
          <p:cNvPr id="3" name="Arrow: Right 2">
            <a:extLst>
              <a:ext uri="{FF2B5EF4-FFF2-40B4-BE49-F238E27FC236}">
                <a16:creationId xmlns:a16="http://schemas.microsoft.com/office/drawing/2014/main" id="{3C1E5F2C-24EE-CFB6-BE4C-8C08752A6826}"/>
              </a:ext>
            </a:extLst>
          </p:cNvPr>
          <p:cNvSpPr/>
          <p:nvPr/>
        </p:nvSpPr>
        <p:spPr>
          <a:xfrm>
            <a:off x="1458097" y="2437090"/>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Multidocument 3">
            <a:extLst>
              <a:ext uri="{FF2B5EF4-FFF2-40B4-BE49-F238E27FC236}">
                <a16:creationId xmlns:a16="http://schemas.microsoft.com/office/drawing/2014/main" id="{134C800C-8258-FBEE-1E89-49993D9C9A88}"/>
              </a:ext>
            </a:extLst>
          </p:cNvPr>
          <p:cNvSpPr/>
          <p:nvPr/>
        </p:nvSpPr>
        <p:spPr>
          <a:xfrm>
            <a:off x="74141" y="2152884"/>
            <a:ext cx="1303037" cy="741405"/>
          </a:xfrm>
          <a:prstGeom prst="flowChartMultidocumen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User Queries</a:t>
            </a:r>
            <a:endParaRPr lang="en-US" dirty="0"/>
          </a:p>
        </p:txBody>
      </p:sp>
      <p:sp>
        <p:nvSpPr>
          <p:cNvPr id="6" name="Rectangle: Rounded Corners 5">
            <a:extLst>
              <a:ext uri="{FF2B5EF4-FFF2-40B4-BE49-F238E27FC236}">
                <a16:creationId xmlns:a16="http://schemas.microsoft.com/office/drawing/2014/main" id="{CB72A976-7E87-086E-9013-E1CE4583D48F}"/>
              </a:ext>
            </a:extLst>
          </p:cNvPr>
          <p:cNvSpPr/>
          <p:nvPr/>
        </p:nvSpPr>
        <p:spPr>
          <a:xfrm>
            <a:off x="3735822" y="2105275"/>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Table Info </a:t>
            </a:r>
            <a:endParaRPr lang="en-US" dirty="0"/>
          </a:p>
        </p:txBody>
      </p:sp>
      <p:sp>
        <p:nvSpPr>
          <p:cNvPr id="8" name="Rectangle 7">
            <a:extLst>
              <a:ext uri="{FF2B5EF4-FFF2-40B4-BE49-F238E27FC236}">
                <a16:creationId xmlns:a16="http://schemas.microsoft.com/office/drawing/2014/main" id="{3AD25ACD-7F79-8B9F-6C4B-2CBA6FD21DDE}"/>
              </a:ext>
            </a:extLst>
          </p:cNvPr>
          <p:cNvSpPr/>
          <p:nvPr/>
        </p:nvSpPr>
        <p:spPr>
          <a:xfrm>
            <a:off x="3625895" y="1865870"/>
            <a:ext cx="5066873" cy="11272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75944B2-F7B5-BF4A-CF4F-DA60FAFAF3CA}"/>
              </a:ext>
            </a:extLst>
          </p:cNvPr>
          <p:cNvSpPr txBox="1"/>
          <p:nvPr/>
        </p:nvSpPr>
        <p:spPr>
          <a:xfrm>
            <a:off x="4642840" y="1441382"/>
            <a:ext cx="2208342" cy="307777"/>
          </a:xfrm>
          <a:prstGeom prst="rect">
            <a:avLst/>
          </a:prstGeom>
          <a:noFill/>
        </p:spPr>
        <p:txBody>
          <a:bodyPr wrap="square" rtlCol="0">
            <a:spAutoFit/>
          </a:bodyPr>
          <a:lstStyle/>
          <a:p>
            <a:pPr algn="ctr"/>
            <a:r>
              <a:rPr lang="en-IN" b="1" dirty="0"/>
              <a:t>Generate SQL Query</a:t>
            </a:r>
            <a:endParaRPr lang="en-US" b="1" dirty="0"/>
          </a:p>
        </p:txBody>
      </p:sp>
      <p:sp>
        <p:nvSpPr>
          <p:cNvPr id="10" name="Rectangle: Rounded Corners 9">
            <a:extLst>
              <a:ext uri="{FF2B5EF4-FFF2-40B4-BE49-F238E27FC236}">
                <a16:creationId xmlns:a16="http://schemas.microsoft.com/office/drawing/2014/main" id="{F344D74C-89BC-C3A8-0F14-ED10D2CBD118}"/>
              </a:ext>
            </a:extLst>
          </p:cNvPr>
          <p:cNvSpPr/>
          <p:nvPr/>
        </p:nvSpPr>
        <p:spPr>
          <a:xfrm>
            <a:off x="5184478" y="2105275"/>
            <a:ext cx="1928512"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Custom SQL prompt</a:t>
            </a:r>
            <a:endParaRPr lang="en-US" dirty="0"/>
          </a:p>
        </p:txBody>
      </p:sp>
      <p:sp>
        <p:nvSpPr>
          <p:cNvPr id="11" name="Rectangle: Rounded Corners 10">
            <a:extLst>
              <a:ext uri="{FF2B5EF4-FFF2-40B4-BE49-F238E27FC236}">
                <a16:creationId xmlns:a16="http://schemas.microsoft.com/office/drawing/2014/main" id="{52201CAD-63C6-46D0-A082-FED393702E88}"/>
              </a:ext>
            </a:extLst>
          </p:cNvPr>
          <p:cNvSpPr/>
          <p:nvPr/>
        </p:nvSpPr>
        <p:spPr>
          <a:xfrm>
            <a:off x="7249263" y="2095673"/>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Extract SQL</a:t>
            </a:r>
          </a:p>
          <a:p>
            <a:pPr algn="ctr"/>
            <a:r>
              <a:rPr lang="en-IN" dirty="0"/>
              <a:t>Query</a:t>
            </a:r>
            <a:endParaRPr lang="en-US" dirty="0"/>
          </a:p>
        </p:txBody>
      </p:sp>
      <p:cxnSp>
        <p:nvCxnSpPr>
          <p:cNvPr id="13" name="Straight Arrow Connector 12">
            <a:extLst>
              <a:ext uri="{FF2B5EF4-FFF2-40B4-BE49-F238E27FC236}">
                <a16:creationId xmlns:a16="http://schemas.microsoft.com/office/drawing/2014/main" id="{E6A59BF1-EE9B-5BD2-B0CF-AE11232BC653}"/>
              </a:ext>
            </a:extLst>
          </p:cNvPr>
          <p:cNvCxnSpPr>
            <a:stCxn id="6" idx="3"/>
            <a:endCxn id="10" idx="1"/>
          </p:cNvCxnSpPr>
          <p:nvPr/>
        </p:nvCxnSpPr>
        <p:spPr>
          <a:xfrm>
            <a:off x="5038859" y="2475978"/>
            <a:ext cx="1456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D3BB8C1-2737-D74F-A02C-246EFDFC3E44}"/>
              </a:ext>
            </a:extLst>
          </p:cNvPr>
          <p:cNvCxnSpPr>
            <a:stCxn id="10" idx="3"/>
            <a:endCxn id="11" idx="1"/>
          </p:cNvCxnSpPr>
          <p:nvPr/>
        </p:nvCxnSpPr>
        <p:spPr>
          <a:xfrm flipV="1">
            <a:off x="7112990" y="2466376"/>
            <a:ext cx="136273" cy="9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FD08708-52C8-7597-E2F6-5B9E09554D1A}"/>
              </a:ext>
            </a:extLst>
          </p:cNvPr>
          <p:cNvSpPr/>
          <p:nvPr/>
        </p:nvSpPr>
        <p:spPr>
          <a:xfrm>
            <a:off x="9153919" y="2040297"/>
            <a:ext cx="1156723"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Run</a:t>
            </a:r>
          </a:p>
          <a:p>
            <a:pPr algn="ctr"/>
            <a:r>
              <a:rPr lang="en-IN" dirty="0"/>
              <a:t>SQL Query</a:t>
            </a:r>
          </a:p>
        </p:txBody>
      </p:sp>
      <p:sp>
        <p:nvSpPr>
          <p:cNvPr id="20" name="Arrow: Right 19">
            <a:extLst>
              <a:ext uri="{FF2B5EF4-FFF2-40B4-BE49-F238E27FC236}">
                <a16:creationId xmlns:a16="http://schemas.microsoft.com/office/drawing/2014/main" id="{274510DA-86B5-9F10-55D8-8AD54123B7B9}"/>
              </a:ext>
            </a:extLst>
          </p:cNvPr>
          <p:cNvSpPr/>
          <p:nvPr/>
        </p:nvSpPr>
        <p:spPr>
          <a:xfrm>
            <a:off x="3225113" y="2432287"/>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2D47031D-5E25-926A-CF6E-3B529376A67B}"/>
              </a:ext>
            </a:extLst>
          </p:cNvPr>
          <p:cNvSpPr/>
          <p:nvPr/>
        </p:nvSpPr>
        <p:spPr>
          <a:xfrm>
            <a:off x="8753137" y="2411000"/>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CEF7F7BA-A281-5204-935E-A2A2A0AFBAFF}"/>
              </a:ext>
            </a:extLst>
          </p:cNvPr>
          <p:cNvSpPr/>
          <p:nvPr/>
        </p:nvSpPr>
        <p:spPr>
          <a:xfrm>
            <a:off x="10467897" y="2373985"/>
            <a:ext cx="340413" cy="768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BEA14363-EEDE-6F75-A435-4CFEF6D78F76}"/>
              </a:ext>
            </a:extLst>
          </p:cNvPr>
          <p:cNvSpPr/>
          <p:nvPr/>
        </p:nvSpPr>
        <p:spPr>
          <a:xfrm>
            <a:off x="10849203" y="2018392"/>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Pandas Agent</a:t>
            </a:r>
            <a:endParaRPr lang="en-US" dirty="0"/>
          </a:p>
        </p:txBody>
      </p:sp>
      <p:sp>
        <p:nvSpPr>
          <p:cNvPr id="24" name="Rectangle: Rounded Corners 23">
            <a:extLst>
              <a:ext uri="{FF2B5EF4-FFF2-40B4-BE49-F238E27FC236}">
                <a16:creationId xmlns:a16="http://schemas.microsoft.com/office/drawing/2014/main" id="{BA0C9789-3337-32C0-7D07-9E1A04F5CF55}"/>
              </a:ext>
            </a:extLst>
          </p:cNvPr>
          <p:cNvSpPr/>
          <p:nvPr/>
        </p:nvSpPr>
        <p:spPr>
          <a:xfrm>
            <a:off x="9129205" y="2040297"/>
            <a:ext cx="1303037" cy="741406"/>
          </a:xfrm>
          <a:prstGeom prst="roundRect">
            <a:avLst/>
          </a:prstGeom>
          <a:solidFill>
            <a:schemeClr val="tx1">
              <a:lumMod val="50000"/>
              <a:lumOff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Execute </a:t>
            </a:r>
          </a:p>
          <a:p>
            <a:pPr algn="ctr"/>
            <a:r>
              <a:rPr lang="en-IN" dirty="0"/>
              <a:t>Query</a:t>
            </a:r>
            <a:endParaRPr lang="en-US" dirty="0"/>
          </a:p>
        </p:txBody>
      </p:sp>
      <p:cxnSp>
        <p:nvCxnSpPr>
          <p:cNvPr id="7" name="Connector: Curved 6">
            <a:extLst>
              <a:ext uri="{FF2B5EF4-FFF2-40B4-BE49-F238E27FC236}">
                <a16:creationId xmlns:a16="http://schemas.microsoft.com/office/drawing/2014/main" id="{EF928124-EFFF-5562-EB52-4D0736133565}"/>
              </a:ext>
            </a:extLst>
          </p:cNvPr>
          <p:cNvCxnSpPr>
            <a:cxnSpLocks/>
            <a:stCxn id="23" idx="2"/>
          </p:cNvCxnSpPr>
          <p:nvPr/>
        </p:nvCxnSpPr>
        <p:spPr>
          <a:xfrm rot="5400000">
            <a:off x="10958119" y="2786837"/>
            <a:ext cx="569643" cy="515565"/>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4560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22;p22">
            <a:extLst>
              <a:ext uri="{FF2B5EF4-FFF2-40B4-BE49-F238E27FC236}">
                <a16:creationId xmlns:a16="http://schemas.microsoft.com/office/drawing/2014/main" id="{D7151EBB-9569-7906-0750-794CAEF5A0C7}"/>
              </a:ext>
            </a:extLst>
          </p:cNvPr>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err="1">
                <a:solidFill>
                  <a:schemeClr val="dk1"/>
                </a:solidFill>
              </a:rPr>
              <a:t>Streamlit</a:t>
            </a:r>
            <a:r>
              <a:rPr lang="en-IN" sz="2100" b="1" dirty="0">
                <a:solidFill>
                  <a:schemeClr val="dk1"/>
                </a:solidFill>
              </a:rPr>
              <a:t> Interface</a:t>
            </a:r>
            <a:endParaRPr sz="2100" b="1" dirty="0">
              <a:solidFill>
                <a:schemeClr val="dk1"/>
              </a:solidFill>
            </a:endParaRPr>
          </a:p>
        </p:txBody>
      </p:sp>
      <p:pic>
        <p:nvPicPr>
          <p:cNvPr id="8" name="Picture 7">
            <a:extLst>
              <a:ext uri="{FF2B5EF4-FFF2-40B4-BE49-F238E27FC236}">
                <a16:creationId xmlns:a16="http://schemas.microsoft.com/office/drawing/2014/main" id="{A7AA23CC-B8E8-5891-53C4-4E415640F779}"/>
              </a:ext>
            </a:extLst>
          </p:cNvPr>
          <p:cNvPicPr>
            <a:picLocks noChangeAspect="1"/>
          </p:cNvPicPr>
          <p:nvPr/>
        </p:nvPicPr>
        <p:blipFill rotWithShape="1">
          <a:blip r:embed="rId2"/>
          <a:srcRect t="13989" r="10203"/>
          <a:stretch/>
        </p:blipFill>
        <p:spPr>
          <a:xfrm>
            <a:off x="658386" y="1134340"/>
            <a:ext cx="10948086" cy="4589319"/>
          </a:xfrm>
          <a:prstGeom prst="rect">
            <a:avLst/>
          </a:prstGeom>
        </p:spPr>
      </p:pic>
    </p:spTree>
    <p:extLst>
      <p:ext uri="{BB962C8B-B14F-4D97-AF65-F5344CB8AC3E}">
        <p14:creationId xmlns:p14="http://schemas.microsoft.com/office/powerpoint/2010/main" val="192417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IN" dirty="0"/>
              <a:t>14</a:t>
            </a:r>
            <a:endParaRPr dirty="0">
              <a:solidFill>
                <a:srgbClr val="C7C8CB"/>
              </a:solidFill>
            </a:endParaRPr>
          </a:p>
        </p:txBody>
      </p:sp>
      <p:sp>
        <p:nvSpPr>
          <p:cNvPr id="206" name="Google Shape;206;p3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Summary</a:t>
            </a:r>
            <a:endParaRPr sz="2100" b="1" dirty="0">
              <a:solidFill>
                <a:schemeClr val="dk1"/>
              </a:solidFill>
            </a:endParaRPr>
          </a:p>
        </p:txBody>
      </p:sp>
      <p:sp>
        <p:nvSpPr>
          <p:cNvPr id="207" name="Google Shape;207;p32"/>
          <p:cNvSpPr txBox="1"/>
          <p:nvPr/>
        </p:nvSpPr>
        <p:spPr>
          <a:xfrm>
            <a:off x="1078850" y="1028699"/>
            <a:ext cx="9477600" cy="4247635"/>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Char char="●"/>
            </a:pPr>
            <a:r>
              <a:rPr lang="en-IN" sz="2000" b="1" dirty="0">
                <a:solidFill>
                  <a:schemeClr val="dk1"/>
                </a:solidFill>
              </a:rPr>
              <a:t>Handling large datasets: </a:t>
            </a:r>
            <a:r>
              <a:rPr lang="en-IN" sz="2000" dirty="0">
                <a:solidFill>
                  <a:schemeClr val="dk1"/>
                </a:solidFill>
              </a:rPr>
              <a:t>Built a Retrieve module capable of extracting top k columns for a given question accurately</a:t>
            </a: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r>
              <a:rPr lang="en-IN" sz="2000" dirty="0">
                <a:solidFill>
                  <a:schemeClr val="dk1"/>
                </a:solidFill>
              </a:rPr>
              <a:t>SQL agent with custom prompts to minimize table information, query writing and validation in single prompt</a:t>
            </a: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r>
              <a:rPr lang="en-IN" sz="2000" dirty="0">
                <a:solidFill>
                  <a:schemeClr val="dk1"/>
                </a:solidFill>
              </a:rPr>
              <a:t>Pandas Agent capable of answering generic and data analysis queries, includes plots</a:t>
            </a: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r>
              <a:rPr lang="en-IN" sz="2000" dirty="0">
                <a:solidFill>
                  <a:schemeClr val="dk1"/>
                </a:solidFill>
              </a:rPr>
              <a:t>Agent that can access external tools like Wikipedia, Google Search</a:t>
            </a: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r>
              <a:rPr lang="en-IN" sz="2000" dirty="0" err="1">
                <a:solidFill>
                  <a:schemeClr val="dk1"/>
                </a:solidFill>
              </a:rPr>
              <a:t>Streamlit</a:t>
            </a:r>
            <a:r>
              <a:rPr lang="en-IN" sz="2000" dirty="0">
                <a:solidFill>
                  <a:schemeClr val="dk1"/>
                </a:solidFill>
              </a:rPr>
              <a:t> user interface to interact with agent</a:t>
            </a: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lang="en-IN" sz="2000" dirty="0">
              <a:solidFill>
                <a:schemeClr val="dk1"/>
              </a:solidFill>
            </a:endParaRPr>
          </a:p>
        </p:txBody>
      </p:sp>
    </p:spTree>
    <p:extLst>
      <p:ext uri="{BB962C8B-B14F-4D97-AF65-F5344CB8AC3E}">
        <p14:creationId xmlns:p14="http://schemas.microsoft.com/office/powerpoint/2010/main" val="29639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IN" dirty="0"/>
              <a:t>15</a:t>
            </a:r>
            <a:endParaRPr dirty="0">
              <a:solidFill>
                <a:srgbClr val="C7C8CB"/>
              </a:solidFill>
            </a:endParaRPr>
          </a:p>
        </p:txBody>
      </p:sp>
      <p:sp>
        <p:nvSpPr>
          <p:cNvPr id="206" name="Google Shape;206;p3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N</a:t>
            </a:r>
            <a:r>
              <a:rPr lang="en-US" sz="2100" b="1" dirty="0" err="1">
                <a:solidFill>
                  <a:schemeClr val="dk1"/>
                </a:solidFill>
              </a:rPr>
              <a:t>ext</a:t>
            </a:r>
            <a:r>
              <a:rPr lang="en-US" sz="2100" b="1" dirty="0">
                <a:solidFill>
                  <a:schemeClr val="dk1"/>
                </a:solidFill>
              </a:rPr>
              <a:t> Steps</a:t>
            </a:r>
            <a:endParaRPr sz="2100" b="1" dirty="0">
              <a:solidFill>
                <a:schemeClr val="dk1"/>
              </a:solidFill>
            </a:endParaRPr>
          </a:p>
        </p:txBody>
      </p:sp>
      <p:sp>
        <p:nvSpPr>
          <p:cNvPr id="207" name="Google Shape;207;p32"/>
          <p:cNvSpPr txBox="1"/>
          <p:nvPr/>
        </p:nvSpPr>
        <p:spPr>
          <a:xfrm>
            <a:off x="1078850" y="1028700"/>
            <a:ext cx="9477600" cy="31047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Char char="●"/>
            </a:pPr>
            <a:r>
              <a:rPr lang="en-IN" sz="2000" dirty="0">
                <a:solidFill>
                  <a:schemeClr val="dk1"/>
                </a:solidFill>
              </a:rPr>
              <a:t>Adding more tools specific to data analysis, Ex: ML Modelling, trend analysis (input can be image – multi-modal analysis)</a:t>
            </a: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sz="2000" dirty="0">
              <a:solidFill>
                <a:schemeClr val="dk1"/>
              </a:solidFill>
            </a:endParaRPr>
          </a:p>
        </p:txBody>
      </p:sp>
      <p:pic>
        <p:nvPicPr>
          <p:cNvPr id="3" name="Picture 2">
            <a:extLst>
              <a:ext uri="{FF2B5EF4-FFF2-40B4-BE49-F238E27FC236}">
                <a16:creationId xmlns:a16="http://schemas.microsoft.com/office/drawing/2014/main" id="{73BFF792-9F8E-3A08-D1BB-4FA54B6E08D0}"/>
              </a:ext>
            </a:extLst>
          </p:cNvPr>
          <p:cNvPicPr>
            <a:picLocks noChangeAspect="1"/>
          </p:cNvPicPr>
          <p:nvPr/>
        </p:nvPicPr>
        <p:blipFill>
          <a:blip r:embed="rId3"/>
          <a:stretch>
            <a:fillRect/>
          </a:stretch>
        </p:blipFill>
        <p:spPr>
          <a:xfrm>
            <a:off x="1946790" y="1799259"/>
            <a:ext cx="8298420" cy="4002129"/>
          </a:xfrm>
          <a:prstGeom prst="rect">
            <a:avLst/>
          </a:prstGeom>
        </p:spPr>
      </p:pic>
      <p:sp>
        <p:nvSpPr>
          <p:cNvPr id="4" name="Rectangle: Rounded Corners 3">
            <a:extLst>
              <a:ext uri="{FF2B5EF4-FFF2-40B4-BE49-F238E27FC236}">
                <a16:creationId xmlns:a16="http://schemas.microsoft.com/office/drawing/2014/main" id="{80F95C93-CA28-9E4C-2822-9689B2439391}"/>
              </a:ext>
            </a:extLst>
          </p:cNvPr>
          <p:cNvSpPr/>
          <p:nvPr/>
        </p:nvSpPr>
        <p:spPr>
          <a:xfrm>
            <a:off x="1946790" y="5375191"/>
            <a:ext cx="8298420" cy="301150"/>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2"/>
          <p:cNvSpPr txBox="1">
            <a:spLocks noGrp="1"/>
          </p:cNvSpPr>
          <p:nvPr>
            <p:ph type="ftr" idx="11"/>
          </p:nvPr>
        </p:nvSpPr>
        <p:spPr>
          <a:xfrm>
            <a:off x="1946790" y="6337361"/>
            <a:ext cx="10009800" cy="34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r>
              <a:rPr lang="en-US" dirty="0">
                <a:solidFill>
                  <a:srgbClr val="C7C8CB"/>
                </a:solidFill>
              </a:rPr>
              <a:t>16</a:t>
            </a:r>
            <a:endParaRPr dirty="0">
              <a:solidFill>
                <a:srgbClr val="C7C8CB"/>
              </a:solidFill>
            </a:endParaRPr>
          </a:p>
        </p:txBody>
      </p:sp>
      <p:sp>
        <p:nvSpPr>
          <p:cNvPr id="206" name="Google Shape;206;p32"/>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N</a:t>
            </a:r>
            <a:r>
              <a:rPr lang="en-US" sz="2100" b="1" dirty="0" err="1">
                <a:solidFill>
                  <a:schemeClr val="dk1"/>
                </a:solidFill>
              </a:rPr>
              <a:t>ext</a:t>
            </a:r>
            <a:r>
              <a:rPr lang="en-US" sz="2100" b="1" dirty="0">
                <a:solidFill>
                  <a:schemeClr val="dk1"/>
                </a:solidFill>
              </a:rPr>
              <a:t> Steps</a:t>
            </a:r>
            <a:endParaRPr sz="2100" b="1" dirty="0">
              <a:solidFill>
                <a:schemeClr val="dk1"/>
              </a:solidFill>
            </a:endParaRPr>
          </a:p>
        </p:txBody>
      </p:sp>
      <p:sp>
        <p:nvSpPr>
          <p:cNvPr id="207" name="Google Shape;207;p32"/>
          <p:cNvSpPr txBox="1"/>
          <p:nvPr/>
        </p:nvSpPr>
        <p:spPr>
          <a:xfrm>
            <a:off x="1078850" y="1028699"/>
            <a:ext cx="9477600" cy="4816047"/>
          </a:xfrm>
          <a:prstGeom prst="rect">
            <a:avLst/>
          </a:prstGeom>
          <a:noFill/>
          <a:ln>
            <a:noFill/>
          </a:ln>
        </p:spPr>
        <p:txBody>
          <a:bodyPr spcFirstLastPara="1" wrap="square" lIns="91425" tIns="91425" rIns="91425" bIns="91425" anchor="t" anchorCtr="0">
            <a:noAutofit/>
          </a:bodyPr>
          <a:lstStyle/>
          <a:p>
            <a:pPr marL="457200" indent="-355600">
              <a:buClr>
                <a:schemeClr val="dk1"/>
              </a:buClr>
              <a:buSzPts val="2000"/>
              <a:buFont typeface="Arial"/>
              <a:buChar char="●"/>
            </a:pPr>
            <a:r>
              <a:rPr lang="en-IN" sz="2000" b="1" dirty="0">
                <a:solidFill>
                  <a:schemeClr val="dk1"/>
                </a:solidFill>
              </a:rPr>
              <a:t>End-to-End evaluation: </a:t>
            </a:r>
            <a:r>
              <a:rPr lang="en-IN" sz="2000" dirty="0">
                <a:solidFill>
                  <a:schemeClr val="dk1"/>
                </a:solidFill>
              </a:rPr>
              <a:t>Each module can have its own evaluation dataset to assess the overall system performance</a:t>
            </a:r>
          </a:p>
          <a:p>
            <a:pPr marL="457200" indent="-355600">
              <a:buClr>
                <a:schemeClr val="dk1"/>
              </a:buClr>
              <a:buSzPts val="2000"/>
              <a:buFont typeface="Arial"/>
              <a:buChar char="●"/>
            </a:pPr>
            <a:endParaRPr lang="en-IN" sz="2000" dirty="0">
              <a:solidFill>
                <a:schemeClr val="dk1"/>
              </a:solidFill>
            </a:endParaRPr>
          </a:p>
          <a:p>
            <a:pPr marL="457200" indent="-355600">
              <a:buClr>
                <a:schemeClr val="dk1"/>
              </a:buClr>
              <a:buSzPts val="2000"/>
              <a:buFont typeface="Arial"/>
              <a:buChar char="●"/>
            </a:pPr>
            <a:r>
              <a:rPr lang="en-IN" sz="2000" b="1" dirty="0">
                <a:solidFill>
                  <a:schemeClr val="dk1"/>
                </a:solidFill>
              </a:rPr>
              <a:t>User Feedback / Feedback: </a:t>
            </a:r>
            <a:r>
              <a:rPr lang="en-IN" sz="2000" dirty="0">
                <a:solidFill>
                  <a:schemeClr val="dk1"/>
                </a:solidFill>
              </a:rPr>
              <a:t>Instead of sequential pipeline, a feedback loop to regenerate responses (chat-based framework)</a:t>
            </a:r>
          </a:p>
          <a:p>
            <a:pPr marL="457200" indent="-355600">
              <a:buClr>
                <a:schemeClr val="dk1"/>
              </a:buClr>
              <a:buSzPts val="2000"/>
              <a:buFont typeface="Arial"/>
              <a:buChar char="●"/>
            </a:pPr>
            <a:endParaRPr lang="en-IN" sz="2000" dirty="0">
              <a:solidFill>
                <a:schemeClr val="dk1"/>
              </a:solidFill>
            </a:endParaRPr>
          </a:p>
          <a:p>
            <a:pPr marL="457200" indent="-355600">
              <a:buClr>
                <a:schemeClr val="dk1"/>
              </a:buClr>
              <a:buSzPts val="2000"/>
              <a:buFont typeface="Arial"/>
              <a:buChar char="●"/>
            </a:pPr>
            <a:r>
              <a:rPr lang="en-IN" sz="2000" b="1" dirty="0">
                <a:solidFill>
                  <a:schemeClr val="dk1"/>
                </a:solidFill>
              </a:rPr>
              <a:t>Access Control: </a:t>
            </a:r>
            <a:r>
              <a:rPr lang="en-IN" sz="2000" dirty="0">
                <a:solidFill>
                  <a:schemeClr val="dk1"/>
                </a:solidFill>
              </a:rPr>
              <a:t>Ensuring executed queries in SQL are safe</a:t>
            </a:r>
          </a:p>
          <a:p>
            <a:pPr marL="101600" lvl="0" algn="l" rtl="0">
              <a:spcBef>
                <a:spcPts val="0"/>
              </a:spcBef>
              <a:spcAft>
                <a:spcPts val="0"/>
              </a:spcAft>
              <a:buClr>
                <a:schemeClr val="dk1"/>
              </a:buClr>
              <a:buSzPts val="2000"/>
            </a:pPr>
            <a:endParaRPr lang="en-IN" sz="2000" dirty="0">
              <a:solidFill>
                <a:schemeClr val="dk1"/>
              </a:solidFill>
            </a:endParaRPr>
          </a:p>
          <a:p>
            <a:pPr marL="457200" lvl="0" indent="-355600" algn="l" rtl="0">
              <a:spcBef>
                <a:spcPts val="0"/>
              </a:spcBef>
              <a:spcAft>
                <a:spcPts val="0"/>
              </a:spcAft>
              <a:buClr>
                <a:schemeClr val="dk1"/>
              </a:buClr>
              <a:buSzPts val="2000"/>
              <a:buChar char="●"/>
            </a:pPr>
            <a:r>
              <a:rPr lang="en-IN" sz="2000" b="1" dirty="0">
                <a:solidFill>
                  <a:schemeClr val="dk1"/>
                </a:solidFill>
              </a:rPr>
              <a:t>Multiple Datasets: </a:t>
            </a:r>
            <a:r>
              <a:rPr lang="en-IN" sz="2000" dirty="0">
                <a:solidFill>
                  <a:schemeClr val="dk1"/>
                </a:solidFill>
              </a:rPr>
              <a:t>Scaling the agent to handle multiple datasets</a:t>
            </a:r>
          </a:p>
          <a:p>
            <a:pPr marL="457200" indent="-355600">
              <a:buClr>
                <a:schemeClr val="dk1"/>
              </a:buClr>
              <a:buSzPts val="2000"/>
              <a:buFont typeface="Arial"/>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r>
              <a:rPr lang="en-IN" sz="2000" b="1" dirty="0">
                <a:solidFill>
                  <a:schemeClr val="dk1"/>
                </a:solidFill>
              </a:rPr>
              <a:t>Open-Source Models: </a:t>
            </a:r>
            <a:r>
              <a:rPr lang="en-IN" sz="2000" dirty="0">
                <a:solidFill>
                  <a:schemeClr val="dk1"/>
                </a:solidFill>
              </a:rPr>
              <a:t>Replace OpenAI LLMs with open-source models. For instance, SQL query validation can simply be done by models SQLCoder-7B, instead of 170B models (reaching GPT-level performance is the “challenge”)</a:t>
            </a: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lang="en-IN" sz="2000" dirty="0">
              <a:solidFill>
                <a:schemeClr val="dk1"/>
              </a:solidFill>
            </a:endParaRPr>
          </a:p>
          <a:p>
            <a:pPr marL="457200" lvl="0" indent="-355600" algn="l" rtl="0">
              <a:spcBef>
                <a:spcPts val="0"/>
              </a:spcBef>
              <a:spcAft>
                <a:spcPts val="0"/>
              </a:spcAft>
              <a:buClr>
                <a:schemeClr val="dk1"/>
              </a:buClr>
              <a:buSzPts val="2000"/>
              <a:buChar char="●"/>
            </a:pPr>
            <a:endParaRPr lang="en-IN" sz="2000" dirty="0">
              <a:solidFill>
                <a:schemeClr val="dk1"/>
              </a:solidFill>
            </a:endParaRPr>
          </a:p>
        </p:txBody>
      </p:sp>
    </p:spTree>
    <p:extLst>
      <p:ext uri="{BB962C8B-B14F-4D97-AF65-F5344CB8AC3E}">
        <p14:creationId xmlns:p14="http://schemas.microsoft.com/office/powerpoint/2010/main" val="2342520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3"/>
          <p:cNvSpPr txBox="1">
            <a:spLocks noGrp="1"/>
          </p:cNvSpPr>
          <p:nvPr>
            <p:ph type="title"/>
          </p:nvPr>
        </p:nvSpPr>
        <p:spPr>
          <a:xfrm>
            <a:off x="609600" y="1901141"/>
            <a:ext cx="10972800" cy="3342300"/>
          </a:xfrm>
          <a:prstGeom prst="rect">
            <a:avLst/>
          </a:prstGeom>
          <a:noFill/>
          <a:ln>
            <a:noFill/>
          </a:ln>
        </p:spPr>
        <p:txBody>
          <a:bodyPr spcFirstLastPara="1" wrap="square" lIns="365750" tIns="45700" rIns="365750" bIns="45700" anchor="t" anchorCtr="0">
            <a:noAutofit/>
          </a:bodyPr>
          <a:lstStyle/>
          <a:p>
            <a:pPr marL="0" lvl="0" indent="0" algn="l" rtl="0">
              <a:lnSpc>
                <a:spcPct val="100000"/>
              </a:lnSpc>
              <a:spcBef>
                <a:spcPts val="0"/>
              </a:spcBef>
              <a:spcAft>
                <a:spcPts val="0"/>
              </a:spcAft>
              <a:buClr>
                <a:schemeClr val="lt1"/>
              </a:buClr>
              <a:buSzPts val="6000"/>
              <a:buFont typeface="Arial"/>
              <a:buNone/>
            </a:pPr>
            <a:r>
              <a:rPr lang="en-US"/>
              <a:t>Thanks!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3"/>
          <p:cNvSpPr txBox="1">
            <a:spLocks noGrp="1"/>
          </p:cNvSpPr>
          <p:nvPr>
            <p:ph type="title"/>
          </p:nvPr>
        </p:nvSpPr>
        <p:spPr>
          <a:xfrm>
            <a:off x="609600" y="1901141"/>
            <a:ext cx="10972800" cy="3342300"/>
          </a:xfrm>
          <a:prstGeom prst="rect">
            <a:avLst/>
          </a:prstGeom>
          <a:noFill/>
          <a:ln>
            <a:noFill/>
          </a:ln>
        </p:spPr>
        <p:txBody>
          <a:bodyPr spcFirstLastPara="1" wrap="square" lIns="365750" tIns="45700" rIns="365750" bIns="45700" anchor="t" anchorCtr="0">
            <a:noAutofit/>
          </a:bodyPr>
          <a:lstStyle/>
          <a:p>
            <a:pPr marL="0" lvl="0" indent="0" algn="l" rtl="0">
              <a:lnSpc>
                <a:spcPct val="100000"/>
              </a:lnSpc>
              <a:spcBef>
                <a:spcPts val="0"/>
              </a:spcBef>
              <a:spcAft>
                <a:spcPts val="0"/>
              </a:spcAft>
              <a:buClr>
                <a:schemeClr val="lt1"/>
              </a:buClr>
              <a:buSzPts val="6000"/>
              <a:buFont typeface="Arial"/>
              <a:buNone/>
            </a:pPr>
            <a:r>
              <a:rPr lang="en-IN" dirty="0"/>
              <a:t>Appendix</a:t>
            </a:r>
            <a:endParaRPr dirty="0"/>
          </a:p>
        </p:txBody>
      </p:sp>
    </p:spTree>
    <p:extLst>
      <p:ext uri="{BB962C8B-B14F-4D97-AF65-F5344CB8AC3E}">
        <p14:creationId xmlns:p14="http://schemas.microsoft.com/office/powerpoint/2010/main" val="2197544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22;p22">
            <a:extLst>
              <a:ext uri="{FF2B5EF4-FFF2-40B4-BE49-F238E27FC236}">
                <a16:creationId xmlns:a16="http://schemas.microsoft.com/office/drawing/2014/main" id="{52512BA8-E8CC-E90E-8901-69B25C7B03D7}"/>
              </a:ext>
            </a:extLst>
          </p:cNvPr>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Tool Example</a:t>
            </a:r>
            <a:endParaRPr sz="2100" b="1" dirty="0">
              <a:solidFill>
                <a:schemeClr val="dk1"/>
              </a:solidFill>
            </a:endParaRPr>
          </a:p>
        </p:txBody>
      </p:sp>
      <p:pic>
        <p:nvPicPr>
          <p:cNvPr id="3" name="Picture 2">
            <a:extLst>
              <a:ext uri="{FF2B5EF4-FFF2-40B4-BE49-F238E27FC236}">
                <a16:creationId xmlns:a16="http://schemas.microsoft.com/office/drawing/2014/main" id="{0A131AC8-311B-BC29-1453-A92EB29FDBC8}"/>
              </a:ext>
            </a:extLst>
          </p:cNvPr>
          <p:cNvPicPr>
            <a:picLocks noChangeAspect="1"/>
          </p:cNvPicPr>
          <p:nvPr/>
        </p:nvPicPr>
        <p:blipFill>
          <a:blip r:embed="rId2"/>
          <a:stretch>
            <a:fillRect/>
          </a:stretch>
        </p:blipFill>
        <p:spPr>
          <a:xfrm>
            <a:off x="990600" y="1187450"/>
            <a:ext cx="10574226" cy="3134162"/>
          </a:xfrm>
          <a:prstGeom prst="rect">
            <a:avLst/>
          </a:prstGeom>
        </p:spPr>
      </p:pic>
      <p:sp>
        <p:nvSpPr>
          <p:cNvPr id="4" name="Rectangle: Rounded Corners 3">
            <a:extLst>
              <a:ext uri="{FF2B5EF4-FFF2-40B4-BE49-F238E27FC236}">
                <a16:creationId xmlns:a16="http://schemas.microsoft.com/office/drawing/2014/main" id="{774145BD-9E06-CACE-7F6B-0FEC5C1E478A}"/>
              </a:ext>
            </a:extLst>
          </p:cNvPr>
          <p:cNvSpPr/>
          <p:nvPr/>
        </p:nvSpPr>
        <p:spPr>
          <a:xfrm>
            <a:off x="3327366" y="2484468"/>
            <a:ext cx="6817531" cy="345230"/>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FBB9315C-EF99-DE43-E353-650D193B9E1E}"/>
              </a:ext>
            </a:extLst>
          </p:cNvPr>
          <p:cNvCxnSpPr/>
          <p:nvPr/>
        </p:nvCxnSpPr>
        <p:spPr>
          <a:xfrm>
            <a:off x="6808573" y="2903838"/>
            <a:ext cx="1161535" cy="1940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F7B629B-545C-8579-2AD8-D7FD1DADFE60}"/>
              </a:ext>
            </a:extLst>
          </p:cNvPr>
          <p:cNvSpPr txBox="1"/>
          <p:nvPr/>
        </p:nvSpPr>
        <p:spPr>
          <a:xfrm>
            <a:off x="7599404" y="5053914"/>
            <a:ext cx="3680895" cy="523220"/>
          </a:xfrm>
          <a:prstGeom prst="rect">
            <a:avLst/>
          </a:prstGeom>
          <a:noFill/>
        </p:spPr>
        <p:txBody>
          <a:bodyPr wrap="square" rtlCol="0">
            <a:spAutoFit/>
          </a:bodyPr>
          <a:lstStyle/>
          <a:p>
            <a:pPr algn="ctr"/>
            <a:r>
              <a:rPr lang="en-IN" dirty="0"/>
              <a:t>Failed to fetch weather data from API – Google search data used for answering</a:t>
            </a:r>
            <a:endParaRPr lang="en-US" dirty="0"/>
          </a:p>
        </p:txBody>
      </p:sp>
    </p:spTree>
    <p:extLst>
      <p:ext uri="{BB962C8B-B14F-4D97-AF65-F5344CB8AC3E}">
        <p14:creationId xmlns:p14="http://schemas.microsoft.com/office/powerpoint/2010/main" val="2582588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22;p22">
            <a:extLst>
              <a:ext uri="{FF2B5EF4-FFF2-40B4-BE49-F238E27FC236}">
                <a16:creationId xmlns:a16="http://schemas.microsoft.com/office/drawing/2014/main" id="{52512BA8-E8CC-E90E-8901-69B25C7B03D7}"/>
              </a:ext>
            </a:extLst>
          </p:cNvPr>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Tool Example</a:t>
            </a:r>
            <a:endParaRPr sz="2100" b="1" dirty="0">
              <a:solidFill>
                <a:schemeClr val="dk1"/>
              </a:solidFill>
            </a:endParaRPr>
          </a:p>
        </p:txBody>
      </p:sp>
      <p:sp>
        <p:nvSpPr>
          <p:cNvPr id="10" name="TextBox 9">
            <a:extLst>
              <a:ext uri="{FF2B5EF4-FFF2-40B4-BE49-F238E27FC236}">
                <a16:creationId xmlns:a16="http://schemas.microsoft.com/office/drawing/2014/main" id="{DF7B629B-545C-8579-2AD8-D7FD1DADFE60}"/>
              </a:ext>
            </a:extLst>
          </p:cNvPr>
          <p:cNvSpPr txBox="1"/>
          <p:nvPr/>
        </p:nvSpPr>
        <p:spPr>
          <a:xfrm>
            <a:off x="8405042" y="4337222"/>
            <a:ext cx="3680895" cy="307777"/>
          </a:xfrm>
          <a:prstGeom prst="rect">
            <a:avLst/>
          </a:prstGeom>
          <a:noFill/>
        </p:spPr>
        <p:txBody>
          <a:bodyPr wrap="square" rtlCol="0">
            <a:spAutoFit/>
          </a:bodyPr>
          <a:lstStyle/>
          <a:p>
            <a:pPr algn="ctr"/>
            <a:r>
              <a:rPr lang="en-IN" dirty="0"/>
              <a:t>When Wikipedia gives an error</a:t>
            </a:r>
            <a:endParaRPr lang="en-US" dirty="0"/>
          </a:p>
        </p:txBody>
      </p:sp>
      <p:pic>
        <p:nvPicPr>
          <p:cNvPr id="5" name="Picture 4">
            <a:extLst>
              <a:ext uri="{FF2B5EF4-FFF2-40B4-BE49-F238E27FC236}">
                <a16:creationId xmlns:a16="http://schemas.microsoft.com/office/drawing/2014/main" id="{5F8C8BDD-5714-0815-63EA-3F876A7B18EF}"/>
              </a:ext>
            </a:extLst>
          </p:cNvPr>
          <p:cNvPicPr>
            <a:picLocks noChangeAspect="1"/>
          </p:cNvPicPr>
          <p:nvPr/>
        </p:nvPicPr>
        <p:blipFill>
          <a:blip r:embed="rId2"/>
          <a:stretch>
            <a:fillRect/>
          </a:stretch>
        </p:blipFill>
        <p:spPr>
          <a:xfrm>
            <a:off x="911700" y="1187450"/>
            <a:ext cx="7641624" cy="4584974"/>
          </a:xfrm>
          <a:prstGeom prst="rect">
            <a:avLst/>
          </a:prstGeom>
        </p:spPr>
      </p:pic>
      <p:cxnSp>
        <p:nvCxnSpPr>
          <p:cNvPr id="9" name="Straight Arrow Connector 8">
            <a:extLst>
              <a:ext uri="{FF2B5EF4-FFF2-40B4-BE49-F238E27FC236}">
                <a16:creationId xmlns:a16="http://schemas.microsoft.com/office/drawing/2014/main" id="{58281993-2E8F-32F4-ABEE-4DDAD4AD020D}"/>
              </a:ext>
            </a:extLst>
          </p:cNvPr>
          <p:cNvCxnSpPr/>
          <p:nvPr/>
        </p:nvCxnSpPr>
        <p:spPr>
          <a:xfrm flipV="1">
            <a:off x="6969211" y="4491110"/>
            <a:ext cx="1890584" cy="8222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9A1AE48-C247-A5C7-23F4-B1FD2DCF79BC}"/>
              </a:ext>
            </a:extLst>
          </p:cNvPr>
          <p:cNvSpPr/>
          <p:nvPr/>
        </p:nvSpPr>
        <p:spPr>
          <a:xfrm>
            <a:off x="1735794" y="5314827"/>
            <a:ext cx="5233418" cy="201894"/>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2097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22;p22">
            <a:extLst>
              <a:ext uri="{FF2B5EF4-FFF2-40B4-BE49-F238E27FC236}">
                <a16:creationId xmlns:a16="http://schemas.microsoft.com/office/drawing/2014/main" id="{52512BA8-E8CC-E90E-8901-69B25C7B03D7}"/>
              </a:ext>
            </a:extLst>
          </p:cNvPr>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Pandas Agent Examples</a:t>
            </a:r>
            <a:endParaRPr sz="2100" b="1" dirty="0">
              <a:solidFill>
                <a:schemeClr val="dk1"/>
              </a:solidFill>
            </a:endParaRPr>
          </a:p>
        </p:txBody>
      </p:sp>
      <p:pic>
        <p:nvPicPr>
          <p:cNvPr id="5" name="Picture 4">
            <a:extLst>
              <a:ext uri="{FF2B5EF4-FFF2-40B4-BE49-F238E27FC236}">
                <a16:creationId xmlns:a16="http://schemas.microsoft.com/office/drawing/2014/main" id="{279333DF-6902-9A2E-A22D-480FC8DFC496}"/>
              </a:ext>
            </a:extLst>
          </p:cNvPr>
          <p:cNvPicPr>
            <a:picLocks noChangeAspect="1"/>
          </p:cNvPicPr>
          <p:nvPr/>
        </p:nvPicPr>
        <p:blipFill>
          <a:blip r:embed="rId2"/>
          <a:stretch>
            <a:fillRect/>
          </a:stretch>
        </p:blipFill>
        <p:spPr>
          <a:xfrm>
            <a:off x="871537" y="1414462"/>
            <a:ext cx="10448925" cy="4029075"/>
          </a:xfrm>
          <a:prstGeom prst="rect">
            <a:avLst/>
          </a:prstGeom>
        </p:spPr>
      </p:pic>
    </p:spTree>
    <p:extLst>
      <p:ext uri="{BB962C8B-B14F-4D97-AF65-F5344CB8AC3E}">
        <p14:creationId xmlns:p14="http://schemas.microsoft.com/office/powerpoint/2010/main" val="27220676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22;p22">
            <a:extLst>
              <a:ext uri="{FF2B5EF4-FFF2-40B4-BE49-F238E27FC236}">
                <a16:creationId xmlns:a16="http://schemas.microsoft.com/office/drawing/2014/main" id="{52512BA8-E8CC-E90E-8901-69B25C7B03D7}"/>
              </a:ext>
            </a:extLst>
          </p:cNvPr>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Retrieval Module</a:t>
            </a:r>
            <a:endParaRPr sz="2100" b="1" dirty="0">
              <a:solidFill>
                <a:schemeClr val="dk1"/>
              </a:solidFill>
            </a:endParaRPr>
          </a:p>
        </p:txBody>
      </p:sp>
      <p:pic>
        <p:nvPicPr>
          <p:cNvPr id="3" name="Picture 2">
            <a:extLst>
              <a:ext uri="{FF2B5EF4-FFF2-40B4-BE49-F238E27FC236}">
                <a16:creationId xmlns:a16="http://schemas.microsoft.com/office/drawing/2014/main" id="{ECA14F9C-A522-DE31-EE44-111C258BE71A}"/>
              </a:ext>
            </a:extLst>
          </p:cNvPr>
          <p:cNvPicPr>
            <a:picLocks noChangeAspect="1"/>
          </p:cNvPicPr>
          <p:nvPr/>
        </p:nvPicPr>
        <p:blipFill>
          <a:blip r:embed="rId2"/>
          <a:stretch>
            <a:fillRect/>
          </a:stretch>
        </p:blipFill>
        <p:spPr>
          <a:xfrm>
            <a:off x="990600" y="2052423"/>
            <a:ext cx="5429250" cy="1885950"/>
          </a:xfrm>
          <a:prstGeom prst="rect">
            <a:avLst/>
          </a:prstGeom>
        </p:spPr>
      </p:pic>
      <p:sp>
        <p:nvSpPr>
          <p:cNvPr id="4" name="TextBox 3">
            <a:extLst>
              <a:ext uri="{FF2B5EF4-FFF2-40B4-BE49-F238E27FC236}">
                <a16:creationId xmlns:a16="http://schemas.microsoft.com/office/drawing/2014/main" id="{0BF1D4D7-5512-E36D-0A98-03BC1F35086C}"/>
              </a:ext>
            </a:extLst>
          </p:cNvPr>
          <p:cNvSpPr txBox="1"/>
          <p:nvPr/>
        </p:nvSpPr>
        <p:spPr>
          <a:xfrm>
            <a:off x="990600" y="4293973"/>
            <a:ext cx="7436708" cy="1107996"/>
          </a:xfrm>
          <a:prstGeom prst="rect">
            <a:avLst/>
          </a:prstGeom>
          <a:noFill/>
        </p:spPr>
        <p:txBody>
          <a:bodyPr wrap="square" rtlCol="0">
            <a:spAutoFit/>
          </a:bodyPr>
          <a:lstStyle/>
          <a:p>
            <a:pPr marL="285750" indent="-285750">
              <a:buFontTx/>
              <a:buChar char="-"/>
            </a:pPr>
            <a:r>
              <a:rPr lang="en-IN" sz="1600" dirty="0"/>
              <a:t>Evaluation dataset generated using few-shot </a:t>
            </a:r>
            <a:r>
              <a:rPr lang="en-IN" sz="1800" dirty="0"/>
              <a:t>prompting</a:t>
            </a:r>
            <a:r>
              <a:rPr lang="en-IN" sz="1600" dirty="0"/>
              <a:t> + ChatGPT 3.5</a:t>
            </a:r>
          </a:p>
          <a:p>
            <a:pPr marL="285750" indent="-285750">
              <a:buFontTx/>
              <a:buChar char="-"/>
            </a:pPr>
            <a:endParaRPr lang="en-IN" sz="1600" dirty="0"/>
          </a:p>
          <a:p>
            <a:pPr marL="285750" indent="-285750">
              <a:buFontTx/>
              <a:buChar char="-"/>
            </a:pPr>
            <a:r>
              <a:rPr lang="en-IN" sz="1600" dirty="0"/>
              <a:t>Manually verified above 106 samples for high quality data</a:t>
            </a:r>
          </a:p>
          <a:p>
            <a:r>
              <a:rPr lang="en-IN" sz="1600" dirty="0"/>
              <a:t> </a:t>
            </a:r>
            <a:endParaRPr lang="en-US" sz="1600" dirty="0"/>
          </a:p>
        </p:txBody>
      </p:sp>
    </p:spTree>
    <p:extLst>
      <p:ext uri="{BB962C8B-B14F-4D97-AF65-F5344CB8AC3E}">
        <p14:creationId xmlns:p14="http://schemas.microsoft.com/office/powerpoint/2010/main" val="3142339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22;p22">
            <a:extLst>
              <a:ext uri="{FF2B5EF4-FFF2-40B4-BE49-F238E27FC236}">
                <a16:creationId xmlns:a16="http://schemas.microsoft.com/office/drawing/2014/main" id="{52512BA8-E8CC-E90E-8901-69B25C7B03D7}"/>
              </a:ext>
            </a:extLst>
          </p:cNvPr>
          <p:cNvSpPr txBox="1"/>
          <p:nvPr/>
        </p:nvSpPr>
        <p:spPr>
          <a:xfrm>
            <a:off x="990600" y="567050"/>
            <a:ext cx="10289700" cy="62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100" b="1" dirty="0">
                <a:solidFill>
                  <a:schemeClr val="dk1"/>
                </a:solidFill>
              </a:rPr>
              <a:t>SQL Intermediate Steps</a:t>
            </a:r>
            <a:endParaRPr sz="2100" b="1" dirty="0">
              <a:solidFill>
                <a:schemeClr val="dk1"/>
              </a:solidFill>
            </a:endParaRPr>
          </a:p>
        </p:txBody>
      </p:sp>
      <p:pic>
        <p:nvPicPr>
          <p:cNvPr id="5" name="Picture 4">
            <a:extLst>
              <a:ext uri="{FF2B5EF4-FFF2-40B4-BE49-F238E27FC236}">
                <a16:creationId xmlns:a16="http://schemas.microsoft.com/office/drawing/2014/main" id="{4BCCF345-5198-7E32-F493-20B6959D2929}"/>
              </a:ext>
            </a:extLst>
          </p:cNvPr>
          <p:cNvPicPr>
            <a:picLocks noChangeAspect="1"/>
          </p:cNvPicPr>
          <p:nvPr/>
        </p:nvPicPr>
        <p:blipFill>
          <a:blip r:embed="rId2"/>
          <a:stretch>
            <a:fillRect/>
          </a:stretch>
        </p:blipFill>
        <p:spPr>
          <a:xfrm>
            <a:off x="904875" y="1166812"/>
            <a:ext cx="10382250" cy="4524375"/>
          </a:xfrm>
          <a:prstGeom prst="rect">
            <a:avLst/>
          </a:prstGeom>
        </p:spPr>
      </p:pic>
    </p:spTree>
    <p:extLst>
      <p:ext uri="{BB962C8B-B14F-4D97-AF65-F5344CB8AC3E}">
        <p14:creationId xmlns:p14="http://schemas.microsoft.com/office/powerpoint/2010/main" val="73996357"/>
      </p:ext>
    </p:extLst>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862633"/>
      </a:dk2>
      <a:lt2>
        <a:srgbClr val="76797D"/>
      </a:lt2>
      <a:accent1>
        <a:srgbClr val="9B2B24"/>
      </a:accent1>
      <a:accent2>
        <a:srgbClr val="D1A117"/>
      </a:accent2>
      <a:accent3>
        <a:srgbClr val="A8431E"/>
      </a:accent3>
      <a:accent4>
        <a:srgbClr val="C67530"/>
      </a:accent4>
      <a:accent5>
        <a:srgbClr val="A79968"/>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991</TotalTime>
  <Words>1518</Words>
  <Application>Microsoft Office PowerPoint</Application>
  <PresentationFormat>Widescreen</PresentationFormat>
  <Paragraphs>275</Paragraphs>
  <Slides>28</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AIRA GenAI Challenge    Durga Sandeep Saluru</vt:lpstr>
      <vt:lpstr>PowerPoint Presentation</vt:lpstr>
      <vt:lpstr>Pandas LLM Agent</vt:lpstr>
      <vt:lpstr>PowerPoint Presentation</vt:lpstr>
      <vt:lpstr>PowerPoint Presentation</vt:lpstr>
      <vt:lpstr>PowerPoint Presentation</vt:lpstr>
      <vt:lpstr>PowerPoint Presentation</vt:lpstr>
      <vt:lpstr>PowerPoint Presentation</vt:lpstr>
      <vt:lpstr>PowerPoint Presentation</vt:lpstr>
      <vt:lpstr>SQL LLM Agent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lpstr>Appendix</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Agents – AIRA GenAI Challenge    Durga Sandeep Saluru MS CS Graduate Student</dc:title>
  <cp:lastModifiedBy>saluru sandeep</cp:lastModifiedBy>
  <cp:revision>172</cp:revision>
  <dcterms:modified xsi:type="dcterms:W3CDTF">2024-04-30T22:25:52Z</dcterms:modified>
</cp:coreProperties>
</file>